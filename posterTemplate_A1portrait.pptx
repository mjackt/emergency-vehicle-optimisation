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67" r:id="rId5"/>
    <p:sldMasterId id="2147483672" r:id="rId6"/>
    <p:sldMasterId id="2147483677" r:id="rId7"/>
  </p:sldMasterIdLst>
  <p:notesMasterIdLst>
    <p:notesMasterId r:id="rId9"/>
  </p:notesMasterIdLst>
  <p:sldIdLst>
    <p:sldId id="257" r:id="rId8"/>
  </p:sldIdLst>
  <p:sldSz cx="21383625" cy="30275213"/>
  <p:notesSz cx="6858000" cy="9144000"/>
  <p:defaultTextStyle>
    <a:defPPr>
      <a:defRPr lang="en-US"/>
    </a:defPPr>
    <a:lvl1pPr marL="0" algn="l" defTabSz="457126" rtl="0" eaLnBrk="1" latinLnBrk="0" hangingPunct="1">
      <a:defRPr sz="1800" kern="1200">
        <a:solidFill>
          <a:schemeClr val="tx1"/>
        </a:solidFill>
        <a:latin typeface="+mn-lt"/>
        <a:ea typeface="+mn-ea"/>
        <a:cs typeface="+mn-cs"/>
      </a:defRPr>
    </a:lvl1pPr>
    <a:lvl2pPr marL="457126" algn="l" defTabSz="457126" rtl="0" eaLnBrk="1" latinLnBrk="0" hangingPunct="1">
      <a:defRPr sz="1800" kern="1200">
        <a:solidFill>
          <a:schemeClr val="tx1"/>
        </a:solidFill>
        <a:latin typeface="+mn-lt"/>
        <a:ea typeface="+mn-ea"/>
        <a:cs typeface="+mn-cs"/>
      </a:defRPr>
    </a:lvl2pPr>
    <a:lvl3pPr marL="914253" algn="l" defTabSz="457126" rtl="0" eaLnBrk="1" latinLnBrk="0" hangingPunct="1">
      <a:defRPr sz="1800" kern="1200">
        <a:solidFill>
          <a:schemeClr val="tx1"/>
        </a:solidFill>
        <a:latin typeface="+mn-lt"/>
        <a:ea typeface="+mn-ea"/>
        <a:cs typeface="+mn-cs"/>
      </a:defRPr>
    </a:lvl3pPr>
    <a:lvl4pPr marL="1371379" algn="l" defTabSz="457126" rtl="0" eaLnBrk="1" latinLnBrk="0" hangingPunct="1">
      <a:defRPr sz="1800" kern="1200">
        <a:solidFill>
          <a:schemeClr val="tx1"/>
        </a:solidFill>
        <a:latin typeface="+mn-lt"/>
        <a:ea typeface="+mn-ea"/>
        <a:cs typeface="+mn-cs"/>
      </a:defRPr>
    </a:lvl4pPr>
    <a:lvl5pPr marL="1828506" algn="l" defTabSz="457126" rtl="0" eaLnBrk="1" latinLnBrk="0" hangingPunct="1">
      <a:defRPr sz="1800" kern="1200">
        <a:solidFill>
          <a:schemeClr val="tx1"/>
        </a:solidFill>
        <a:latin typeface="+mn-lt"/>
        <a:ea typeface="+mn-ea"/>
        <a:cs typeface="+mn-cs"/>
      </a:defRPr>
    </a:lvl5pPr>
    <a:lvl6pPr marL="2285633" algn="l" defTabSz="457126" rtl="0" eaLnBrk="1" latinLnBrk="0" hangingPunct="1">
      <a:defRPr sz="1800" kern="1200">
        <a:solidFill>
          <a:schemeClr val="tx1"/>
        </a:solidFill>
        <a:latin typeface="+mn-lt"/>
        <a:ea typeface="+mn-ea"/>
        <a:cs typeface="+mn-cs"/>
      </a:defRPr>
    </a:lvl6pPr>
    <a:lvl7pPr marL="2742759" algn="l" defTabSz="457126" rtl="0" eaLnBrk="1" latinLnBrk="0" hangingPunct="1">
      <a:defRPr sz="1800" kern="1200">
        <a:solidFill>
          <a:schemeClr val="tx1"/>
        </a:solidFill>
        <a:latin typeface="+mn-lt"/>
        <a:ea typeface="+mn-ea"/>
        <a:cs typeface="+mn-cs"/>
      </a:defRPr>
    </a:lvl7pPr>
    <a:lvl8pPr marL="3199886" algn="l" defTabSz="457126" rtl="0" eaLnBrk="1" latinLnBrk="0" hangingPunct="1">
      <a:defRPr sz="1800" kern="1200">
        <a:solidFill>
          <a:schemeClr val="tx1"/>
        </a:solidFill>
        <a:latin typeface="+mn-lt"/>
        <a:ea typeface="+mn-ea"/>
        <a:cs typeface="+mn-cs"/>
      </a:defRPr>
    </a:lvl8pPr>
    <a:lvl9pPr marL="3657012" algn="l" defTabSz="45712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D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43"/>
    <p:restoredTop sz="96327"/>
  </p:normalViewPr>
  <p:slideViewPr>
    <p:cSldViewPr snapToGrid="0">
      <p:cViewPr>
        <p:scale>
          <a:sx n="100" d="100"/>
          <a:sy n="100" d="100"/>
        </p:scale>
        <p:origin x="102" y="-144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B79DC-DDBE-407C-ABDA-F21B91C1994D}" type="datetimeFigureOut">
              <a:rPr lang="en-GB" smtClean="0"/>
              <a:t>25/03/2025</a:t>
            </a:fld>
            <a:endParaRPr lang="en-GB"/>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B42CBF-65C5-4A81-88B6-0AF366DD49A4}" type="slidenum">
              <a:rPr lang="en-GB" smtClean="0"/>
              <a:t>‹#›</a:t>
            </a:fld>
            <a:endParaRPr lang="en-GB"/>
          </a:p>
        </p:txBody>
      </p:sp>
    </p:spTree>
    <p:extLst>
      <p:ext uri="{BB962C8B-B14F-4D97-AF65-F5344CB8AC3E}">
        <p14:creationId xmlns:p14="http://schemas.microsoft.com/office/powerpoint/2010/main" val="3045996888"/>
      </p:ext>
    </p:extLst>
  </p:cSld>
  <p:clrMap bg1="lt1" tx1="dk1" bg2="lt2" tx2="dk2" accent1="accent1" accent2="accent2" accent3="accent3" accent4="accent4" accent5="accent5" accent6="accent6" hlink="hlink" folHlink="folHlink"/>
  <p:notesStyle>
    <a:lvl1pPr marL="0" algn="l" defTabSz="646298" rtl="0" eaLnBrk="1" latinLnBrk="0" hangingPunct="1">
      <a:defRPr sz="848" kern="1200">
        <a:solidFill>
          <a:schemeClr val="tx1"/>
        </a:solidFill>
        <a:latin typeface="+mn-lt"/>
        <a:ea typeface="+mn-ea"/>
        <a:cs typeface="+mn-cs"/>
      </a:defRPr>
    </a:lvl1pPr>
    <a:lvl2pPr marL="323149" algn="l" defTabSz="646298" rtl="0" eaLnBrk="1" latinLnBrk="0" hangingPunct="1">
      <a:defRPr sz="848" kern="1200">
        <a:solidFill>
          <a:schemeClr val="tx1"/>
        </a:solidFill>
        <a:latin typeface="+mn-lt"/>
        <a:ea typeface="+mn-ea"/>
        <a:cs typeface="+mn-cs"/>
      </a:defRPr>
    </a:lvl2pPr>
    <a:lvl3pPr marL="646298" algn="l" defTabSz="646298" rtl="0" eaLnBrk="1" latinLnBrk="0" hangingPunct="1">
      <a:defRPr sz="848" kern="1200">
        <a:solidFill>
          <a:schemeClr val="tx1"/>
        </a:solidFill>
        <a:latin typeface="+mn-lt"/>
        <a:ea typeface="+mn-ea"/>
        <a:cs typeface="+mn-cs"/>
      </a:defRPr>
    </a:lvl3pPr>
    <a:lvl4pPr marL="969447" algn="l" defTabSz="646298" rtl="0" eaLnBrk="1" latinLnBrk="0" hangingPunct="1">
      <a:defRPr sz="848" kern="1200">
        <a:solidFill>
          <a:schemeClr val="tx1"/>
        </a:solidFill>
        <a:latin typeface="+mn-lt"/>
        <a:ea typeface="+mn-ea"/>
        <a:cs typeface="+mn-cs"/>
      </a:defRPr>
    </a:lvl4pPr>
    <a:lvl5pPr marL="1292596" algn="l" defTabSz="646298" rtl="0" eaLnBrk="1" latinLnBrk="0" hangingPunct="1">
      <a:defRPr sz="848" kern="1200">
        <a:solidFill>
          <a:schemeClr val="tx1"/>
        </a:solidFill>
        <a:latin typeface="+mn-lt"/>
        <a:ea typeface="+mn-ea"/>
        <a:cs typeface="+mn-cs"/>
      </a:defRPr>
    </a:lvl5pPr>
    <a:lvl6pPr marL="1615745" algn="l" defTabSz="646298" rtl="0" eaLnBrk="1" latinLnBrk="0" hangingPunct="1">
      <a:defRPr sz="848" kern="1200">
        <a:solidFill>
          <a:schemeClr val="tx1"/>
        </a:solidFill>
        <a:latin typeface="+mn-lt"/>
        <a:ea typeface="+mn-ea"/>
        <a:cs typeface="+mn-cs"/>
      </a:defRPr>
    </a:lvl6pPr>
    <a:lvl7pPr marL="1938894" algn="l" defTabSz="646298" rtl="0" eaLnBrk="1" latinLnBrk="0" hangingPunct="1">
      <a:defRPr sz="848" kern="1200">
        <a:solidFill>
          <a:schemeClr val="tx1"/>
        </a:solidFill>
        <a:latin typeface="+mn-lt"/>
        <a:ea typeface="+mn-ea"/>
        <a:cs typeface="+mn-cs"/>
      </a:defRPr>
    </a:lvl7pPr>
    <a:lvl8pPr marL="2262043" algn="l" defTabSz="646298" rtl="0" eaLnBrk="1" latinLnBrk="0" hangingPunct="1">
      <a:defRPr sz="848" kern="1200">
        <a:solidFill>
          <a:schemeClr val="tx1"/>
        </a:solidFill>
        <a:latin typeface="+mn-lt"/>
        <a:ea typeface="+mn-ea"/>
        <a:cs typeface="+mn-cs"/>
      </a:defRPr>
    </a:lvl8pPr>
    <a:lvl9pPr marL="2585192" algn="l" defTabSz="646298" rtl="0" eaLnBrk="1" latinLnBrk="0" hangingPunct="1">
      <a:defRPr sz="84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7B42CBF-65C5-4A81-88B6-0AF366DD49A4}" type="slidenum">
              <a:rPr lang="en-GB" smtClean="0"/>
              <a:t>1</a:t>
            </a:fld>
            <a:endParaRPr lang="en-GB"/>
          </a:p>
        </p:txBody>
      </p:sp>
    </p:spTree>
    <p:extLst>
      <p:ext uri="{BB962C8B-B14F-4D97-AF65-F5344CB8AC3E}">
        <p14:creationId xmlns:p14="http://schemas.microsoft.com/office/powerpoint/2010/main" val="1101564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rge 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B7309CA-778A-C9E2-E061-E0A822288068}"/>
              </a:ext>
            </a:extLst>
          </p:cNvPr>
          <p:cNvSpPr>
            <a:spLocks noGrp="1"/>
          </p:cNvSpPr>
          <p:nvPr>
            <p:ph type="title"/>
          </p:nvPr>
        </p:nvSpPr>
        <p:spPr>
          <a:xfrm>
            <a:off x="891090" y="5133475"/>
            <a:ext cx="19022411" cy="5851808"/>
          </a:xfrm>
        </p:spPr>
        <p:txBody>
          <a:bodyPr anchor="t"/>
          <a:lstStyle/>
          <a:p>
            <a:r>
              <a:rPr lang="en-GB" dirty="0"/>
              <a:t>Click to edit Master title style</a:t>
            </a:r>
            <a:endParaRPr lang="en-US" dirty="0"/>
          </a:p>
        </p:txBody>
      </p:sp>
    </p:spTree>
    <p:extLst>
      <p:ext uri="{BB962C8B-B14F-4D97-AF65-F5344CB8AC3E}">
        <p14:creationId xmlns:p14="http://schemas.microsoft.com/office/powerpoint/2010/main" val="3198730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in header">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FA90A2D2-B9AA-C58E-7A92-9BAFC17D74F5}"/>
              </a:ext>
            </a:extLst>
          </p:cNvPr>
          <p:cNvSpPr>
            <a:spLocks noGrp="1"/>
          </p:cNvSpPr>
          <p:nvPr>
            <p:ph type="body" sz="quarter" idx="10" hasCustomPrompt="1"/>
          </p:nvPr>
        </p:nvSpPr>
        <p:spPr>
          <a:xfrm>
            <a:off x="7954967" y="852040"/>
            <a:ext cx="12939077" cy="3354202"/>
          </a:xfrm>
        </p:spPr>
        <p:txBody>
          <a:bodyPr/>
          <a:lstStyle>
            <a:lvl1pPr marL="0" indent="0">
              <a:buNone/>
              <a:defRPr/>
            </a:lvl1pPr>
          </a:lstStyle>
          <a:p>
            <a:pPr algn="l"/>
            <a:r>
              <a:rPr lang="en-GB" sz="9986" dirty="0">
                <a:solidFill>
                  <a:schemeClr val="bg1"/>
                </a:solidFill>
              </a:rPr>
              <a:t>Click to edit Master title style</a:t>
            </a:r>
            <a:endParaRPr lang="en-US" sz="9986" dirty="0">
              <a:solidFill>
                <a:schemeClr val="bg1"/>
              </a:solidFill>
            </a:endParaRPr>
          </a:p>
        </p:txBody>
      </p:sp>
    </p:spTree>
    <p:extLst>
      <p:ext uri="{BB962C8B-B14F-4D97-AF65-F5344CB8AC3E}">
        <p14:creationId xmlns:p14="http://schemas.microsoft.com/office/powerpoint/2010/main" val="1923343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Large 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91090" y="5133475"/>
            <a:ext cx="19022411" cy="5851808"/>
          </a:xfrm>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0214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rge title, text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endParaRPr lang="en-US" dirty="0"/>
          </a:p>
        </p:txBody>
      </p:sp>
      <p:sp>
        <p:nvSpPr>
          <p:cNvPr id="3" name="Content Placeholder 2"/>
          <p:cNvSpPr>
            <a:spLocks noGrp="1"/>
          </p:cNvSpPr>
          <p:nvPr>
            <p:ph idx="1"/>
          </p:nvPr>
        </p:nvSpPr>
        <p:spPr>
          <a:xfrm>
            <a:off x="891089" y="11696221"/>
            <a:ext cx="12293120" cy="1696711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Picture Placeholder 4">
            <a:extLst>
              <a:ext uri="{FF2B5EF4-FFF2-40B4-BE49-F238E27FC236}">
                <a16:creationId xmlns:a16="http://schemas.microsoft.com/office/drawing/2014/main" id="{B5F79D59-82EF-D5F4-2C3D-7282B2E89AE5}"/>
              </a:ext>
            </a:extLst>
          </p:cNvPr>
          <p:cNvSpPr>
            <a:spLocks noGrp="1"/>
          </p:cNvSpPr>
          <p:nvPr>
            <p:ph type="pic" sz="quarter" idx="10" hasCustomPrompt="1"/>
          </p:nvPr>
        </p:nvSpPr>
        <p:spPr>
          <a:xfrm>
            <a:off x="13451807" y="11696221"/>
            <a:ext cx="7416040" cy="16967115"/>
          </a:xfrm>
        </p:spPr>
        <p:txBody>
          <a:bodyPr anchor="ctr">
            <a:normAutofit/>
          </a:bodyPr>
          <a:lstStyle>
            <a:lvl1pPr marL="0" indent="0" algn="ctr">
              <a:buNone/>
              <a:defRPr sz="10178"/>
            </a:lvl1pPr>
          </a:lstStyle>
          <a:p>
            <a:r>
              <a:rPr lang="en-US" dirty="0"/>
              <a:t>Click to add image</a:t>
            </a:r>
          </a:p>
        </p:txBody>
      </p:sp>
    </p:spTree>
    <p:extLst>
      <p:ext uri="{BB962C8B-B14F-4D97-AF65-F5344CB8AC3E}">
        <p14:creationId xmlns:p14="http://schemas.microsoft.com/office/powerpoint/2010/main" val="2496444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8F80C-1D95-8CB2-E5C9-280CAC829434}"/>
              </a:ext>
            </a:extLst>
          </p:cNvPr>
          <p:cNvSpPr>
            <a:spLocks noGrp="1"/>
          </p:cNvSpPr>
          <p:nvPr>
            <p:ph type="title"/>
          </p:nvPr>
        </p:nvSpPr>
        <p:spPr>
          <a:xfrm>
            <a:off x="891090" y="5133475"/>
            <a:ext cx="19022411" cy="5851808"/>
          </a:xfrm>
          <a:prstGeom prst="rect">
            <a:avLst/>
          </a:prstGeom>
        </p:spPr>
        <p:txBody>
          <a:bodyPr anchor="t"/>
          <a:lstStyle/>
          <a:p>
            <a:r>
              <a:rPr lang="en-GB" dirty="0"/>
              <a:t>Click to edit Master title style</a:t>
            </a:r>
            <a:endParaRPr lang="en-US" dirty="0"/>
          </a:p>
        </p:txBody>
      </p:sp>
    </p:spTree>
    <p:extLst>
      <p:ext uri="{BB962C8B-B14F-4D97-AF65-F5344CB8AC3E}">
        <p14:creationId xmlns:p14="http://schemas.microsoft.com/office/powerpoint/2010/main" val="351890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in header">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FE94DBAC-FB36-2CC5-8D5B-0B128D6EF97F}"/>
              </a:ext>
            </a:extLst>
          </p:cNvPr>
          <p:cNvSpPr>
            <a:spLocks noGrp="1"/>
          </p:cNvSpPr>
          <p:nvPr>
            <p:ph type="body" sz="quarter" idx="10" hasCustomPrompt="1"/>
          </p:nvPr>
        </p:nvSpPr>
        <p:spPr>
          <a:xfrm>
            <a:off x="594048" y="852040"/>
            <a:ext cx="12939077" cy="3354202"/>
          </a:xfrm>
        </p:spPr>
        <p:txBody>
          <a:bodyPr/>
          <a:lstStyle>
            <a:lvl1pPr marL="0" indent="0">
              <a:buNone/>
              <a:defRPr/>
            </a:lvl1pPr>
          </a:lstStyle>
          <a:p>
            <a:pPr algn="l"/>
            <a:r>
              <a:rPr lang="en-GB" sz="9986" dirty="0">
                <a:solidFill>
                  <a:schemeClr val="bg1"/>
                </a:solidFill>
              </a:rPr>
              <a:t>Click to edit Master title style</a:t>
            </a:r>
            <a:endParaRPr lang="en-US" sz="9986" dirty="0">
              <a:solidFill>
                <a:schemeClr val="bg1"/>
              </a:solidFill>
            </a:endParaRPr>
          </a:p>
        </p:txBody>
      </p:sp>
    </p:spTree>
    <p:extLst>
      <p:ext uri="{BB962C8B-B14F-4D97-AF65-F5344CB8AC3E}">
        <p14:creationId xmlns:p14="http://schemas.microsoft.com/office/powerpoint/2010/main" val="3823222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Large 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91091" y="5133475"/>
            <a:ext cx="19022412" cy="5851808"/>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891092" y="11696221"/>
            <a:ext cx="19022412" cy="16967115"/>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624758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title, text and image">
    <p:spTree>
      <p:nvGrpSpPr>
        <p:cNvPr id="1" name=""/>
        <p:cNvGrpSpPr/>
        <p:nvPr/>
      </p:nvGrpSpPr>
      <p:grpSpPr>
        <a:xfrm>
          <a:off x="0" y="0"/>
          <a:ext cx="0" cy="0"/>
          <a:chOff x="0" y="0"/>
          <a:chExt cx="0" cy="0"/>
        </a:xfrm>
      </p:grpSpPr>
      <p:sp>
        <p:nvSpPr>
          <p:cNvPr id="2" name="Title 1"/>
          <p:cNvSpPr>
            <a:spLocks noGrp="1"/>
          </p:cNvSpPr>
          <p:nvPr>
            <p:ph type="title"/>
          </p:nvPr>
        </p:nvSpPr>
        <p:spPr>
          <a:xfrm>
            <a:off x="891091" y="5133475"/>
            <a:ext cx="19022412" cy="5851808"/>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891089" y="11696221"/>
            <a:ext cx="12293120" cy="16967115"/>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Picture Placeholder 4">
            <a:extLst>
              <a:ext uri="{FF2B5EF4-FFF2-40B4-BE49-F238E27FC236}">
                <a16:creationId xmlns:a16="http://schemas.microsoft.com/office/drawing/2014/main" id="{B5F79D59-82EF-D5F4-2C3D-7282B2E89AE5}"/>
              </a:ext>
            </a:extLst>
          </p:cNvPr>
          <p:cNvSpPr>
            <a:spLocks noGrp="1"/>
          </p:cNvSpPr>
          <p:nvPr>
            <p:ph type="pic" sz="quarter" idx="10" hasCustomPrompt="1"/>
          </p:nvPr>
        </p:nvSpPr>
        <p:spPr>
          <a:xfrm>
            <a:off x="13451807" y="11696221"/>
            <a:ext cx="7416040" cy="16967115"/>
          </a:xfrm>
          <a:prstGeom prst="rect">
            <a:avLst/>
          </a:prstGeom>
        </p:spPr>
        <p:txBody>
          <a:bodyPr anchor="ctr">
            <a:normAutofit/>
          </a:bodyPr>
          <a:lstStyle>
            <a:lvl1pPr marL="0" indent="0" algn="ctr">
              <a:buNone/>
              <a:defRPr sz="10178"/>
            </a:lvl1pPr>
          </a:lstStyle>
          <a:p>
            <a:r>
              <a:rPr lang="en-US" dirty="0"/>
              <a:t>Click to add image</a:t>
            </a:r>
          </a:p>
        </p:txBody>
      </p:sp>
    </p:spTree>
    <p:extLst>
      <p:ext uri="{BB962C8B-B14F-4D97-AF65-F5344CB8AC3E}">
        <p14:creationId xmlns:p14="http://schemas.microsoft.com/office/powerpoint/2010/main" val="3641995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itl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6E84936-D7D9-A170-36E6-18D015D171B8}"/>
              </a:ext>
            </a:extLst>
          </p:cNvPr>
          <p:cNvSpPr>
            <a:spLocks noGrp="1"/>
          </p:cNvSpPr>
          <p:nvPr>
            <p:ph type="title"/>
          </p:nvPr>
        </p:nvSpPr>
        <p:spPr>
          <a:xfrm>
            <a:off x="891090" y="1606753"/>
            <a:ext cx="19022411" cy="5851808"/>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299879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in header">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63A91395-FEA5-2800-8DBB-5286158E7030}"/>
              </a:ext>
            </a:extLst>
          </p:cNvPr>
          <p:cNvSpPr>
            <a:spLocks noGrp="1"/>
          </p:cNvSpPr>
          <p:nvPr>
            <p:ph type="body" sz="quarter" idx="10" hasCustomPrompt="1"/>
          </p:nvPr>
        </p:nvSpPr>
        <p:spPr>
          <a:xfrm>
            <a:off x="7779594" y="26634725"/>
            <a:ext cx="12939077" cy="2852324"/>
          </a:xfrm>
        </p:spPr>
        <p:txBody>
          <a:bodyPr/>
          <a:lstStyle>
            <a:lvl1pPr marL="0" indent="0" algn="r">
              <a:buNone/>
              <a:defRPr/>
            </a:lvl1pPr>
          </a:lstStyle>
          <a:p>
            <a:pPr algn="l"/>
            <a:r>
              <a:rPr lang="en-GB" sz="9986" dirty="0">
                <a:solidFill>
                  <a:schemeClr val="bg1"/>
                </a:solidFill>
              </a:rPr>
              <a:t>Click to edit Master title style</a:t>
            </a:r>
            <a:endParaRPr lang="en-US" sz="9986" dirty="0">
              <a:solidFill>
                <a:schemeClr val="bg1"/>
              </a:solidFill>
            </a:endParaRPr>
          </a:p>
        </p:txBody>
      </p:sp>
    </p:spTree>
    <p:extLst>
      <p:ext uri="{BB962C8B-B14F-4D97-AF65-F5344CB8AC3E}">
        <p14:creationId xmlns:p14="http://schemas.microsoft.com/office/powerpoint/2010/main" val="3474596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Large 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91090" y="1606753"/>
            <a:ext cx="19022411" cy="5851808"/>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891092" y="8169500"/>
            <a:ext cx="19022412" cy="16967115"/>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26231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rge title, text and image">
    <p:spTree>
      <p:nvGrpSpPr>
        <p:cNvPr id="1" name=""/>
        <p:cNvGrpSpPr/>
        <p:nvPr/>
      </p:nvGrpSpPr>
      <p:grpSpPr>
        <a:xfrm>
          <a:off x="0" y="0"/>
          <a:ext cx="0" cy="0"/>
          <a:chOff x="0" y="0"/>
          <a:chExt cx="0" cy="0"/>
        </a:xfrm>
      </p:grpSpPr>
      <p:sp>
        <p:nvSpPr>
          <p:cNvPr id="2" name="Title 1"/>
          <p:cNvSpPr>
            <a:spLocks noGrp="1"/>
          </p:cNvSpPr>
          <p:nvPr>
            <p:ph type="title"/>
          </p:nvPr>
        </p:nvSpPr>
        <p:spPr>
          <a:xfrm>
            <a:off x="891090" y="1606753"/>
            <a:ext cx="19022411" cy="5851808"/>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891089" y="8169500"/>
            <a:ext cx="12293120" cy="16967115"/>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Picture Placeholder 4">
            <a:extLst>
              <a:ext uri="{FF2B5EF4-FFF2-40B4-BE49-F238E27FC236}">
                <a16:creationId xmlns:a16="http://schemas.microsoft.com/office/drawing/2014/main" id="{B5F79D59-82EF-D5F4-2C3D-7282B2E89AE5}"/>
              </a:ext>
            </a:extLst>
          </p:cNvPr>
          <p:cNvSpPr>
            <a:spLocks noGrp="1"/>
          </p:cNvSpPr>
          <p:nvPr>
            <p:ph type="pic" sz="quarter" idx="10" hasCustomPrompt="1"/>
          </p:nvPr>
        </p:nvSpPr>
        <p:spPr>
          <a:xfrm>
            <a:off x="13451807" y="8169500"/>
            <a:ext cx="7416040" cy="16967115"/>
          </a:xfrm>
          <a:prstGeom prst="rect">
            <a:avLst/>
          </a:prstGeom>
        </p:spPr>
        <p:txBody>
          <a:bodyPr anchor="ctr">
            <a:normAutofit/>
          </a:bodyPr>
          <a:lstStyle>
            <a:lvl1pPr marL="0" indent="0" algn="ctr">
              <a:buNone/>
              <a:defRPr sz="10178"/>
            </a:lvl1pPr>
          </a:lstStyle>
          <a:p>
            <a:r>
              <a:rPr lang="en-US" dirty="0"/>
              <a:t>Click to add image</a:t>
            </a:r>
          </a:p>
        </p:txBody>
      </p:sp>
    </p:spTree>
    <p:extLst>
      <p:ext uri="{BB962C8B-B14F-4D97-AF65-F5344CB8AC3E}">
        <p14:creationId xmlns:p14="http://schemas.microsoft.com/office/powerpoint/2010/main" val="32142125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1853B-7571-3B06-B6FB-E22B6AEB5C1B}"/>
              </a:ext>
            </a:extLst>
          </p:cNvPr>
          <p:cNvSpPr>
            <a:spLocks noGrp="1"/>
          </p:cNvSpPr>
          <p:nvPr>
            <p:ph type="title"/>
          </p:nvPr>
        </p:nvSpPr>
        <p:spPr>
          <a:xfrm>
            <a:off x="891090" y="1606753"/>
            <a:ext cx="19022411" cy="5851808"/>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142578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in header">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72E49878-FC1B-39F2-D16E-FBC86F0B4836}"/>
              </a:ext>
            </a:extLst>
          </p:cNvPr>
          <p:cNvSpPr>
            <a:spLocks noGrp="1"/>
          </p:cNvSpPr>
          <p:nvPr>
            <p:ph type="body" sz="quarter" idx="10" hasCustomPrompt="1"/>
          </p:nvPr>
        </p:nvSpPr>
        <p:spPr>
          <a:xfrm>
            <a:off x="647274" y="26634725"/>
            <a:ext cx="12939077" cy="2852324"/>
          </a:xfrm>
        </p:spPr>
        <p:txBody>
          <a:bodyPr/>
          <a:lstStyle>
            <a:lvl1pPr marL="0" indent="0" algn="r">
              <a:buNone/>
              <a:defRPr/>
            </a:lvl1pPr>
          </a:lstStyle>
          <a:p>
            <a:pPr algn="l"/>
            <a:r>
              <a:rPr lang="en-GB" sz="9986" dirty="0">
                <a:solidFill>
                  <a:schemeClr val="bg1"/>
                </a:solidFill>
              </a:rPr>
              <a:t>Click to edit Master title style</a:t>
            </a:r>
            <a:endParaRPr lang="en-US" sz="9986" dirty="0">
              <a:solidFill>
                <a:schemeClr val="bg1"/>
              </a:solidFill>
            </a:endParaRPr>
          </a:p>
        </p:txBody>
      </p:sp>
    </p:spTree>
    <p:extLst>
      <p:ext uri="{BB962C8B-B14F-4D97-AF65-F5344CB8AC3E}">
        <p14:creationId xmlns:p14="http://schemas.microsoft.com/office/powerpoint/2010/main" val="1426622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Large 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91091" y="1606753"/>
            <a:ext cx="19022412" cy="5851808"/>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891092" y="8169500"/>
            <a:ext cx="19022412" cy="16967115"/>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05790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rge title, text and image">
    <p:spTree>
      <p:nvGrpSpPr>
        <p:cNvPr id="1" name=""/>
        <p:cNvGrpSpPr/>
        <p:nvPr/>
      </p:nvGrpSpPr>
      <p:grpSpPr>
        <a:xfrm>
          <a:off x="0" y="0"/>
          <a:ext cx="0" cy="0"/>
          <a:chOff x="0" y="0"/>
          <a:chExt cx="0" cy="0"/>
        </a:xfrm>
      </p:grpSpPr>
      <p:sp>
        <p:nvSpPr>
          <p:cNvPr id="2" name="Title 1"/>
          <p:cNvSpPr>
            <a:spLocks noGrp="1"/>
          </p:cNvSpPr>
          <p:nvPr>
            <p:ph type="title"/>
          </p:nvPr>
        </p:nvSpPr>
        <p:spPr>
          <a:xfrm>
            <a:off x="891091" y="1606753"/>
            <a:ext cx="19022412" cy="5851808"/>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891089" y="8169500"/>
            <a:ext cx="12293120" cy="16967115"/>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Picture Placeholder 4">
            <a:extLst>
              <a:ext uri="{FF2B5EF4-FFF2-40B4-BE49-F238E27FC236}">
                <a16:creationId xmlns:a16="http://schemas.microsoft.com/office/drawing/2014/main" id="{B5F79D59-82EF-D5F4-2C3D-7282B2E89AE5}"/>
              </a:ext>
            </a:extLst>
          </p:cNvPr>
          <p:cNvSpPr>
            <a:spLocks noGrp="1"/>
          </p:cNvSpPr>
          <p:nvPr>
            <p:ph type="pic" sz="quarter" idx="10" hasCustomPrompt="1"/>
          </p:nvPr>
        </p:nvSpPr>
        <p:spPr>
          <a:xfrm>
            <a:off x="13451807" y="8169500"/>
            <a:ext cx="7416040" cy="16967115"/>
          </a:xfrm>
          <a:prstGeom prst="rect">
            <a:avLst/>
          </a:prstGeom>
        </p:spPr>
        <p:txBody>
          <a:bodyPr anchor="ctr">
            <a:normAutofit/>
          </a:bodyPr>
          <a:lstStyle>
            <a:lvl1pPr marL="0" indent="0" algn="ctr">
              <a:buNone/>
              <a:defRPr sz="10178"/>
            </a:lvl1pPr>
          </a:lstStyle>
          <a:p>
            <a:r>
              <a:rPr lang="en-US" dirty="0"/>
              <a:t>Click to add image</a:t>
            </a:r>
          </a:p>
        </p:txBody>
      </p:sp>
    </p:spTree>
    <p:extLst>
      <p:ext uri="{BB962C8B-B14F-4D97-AF65-F5344CB8AC3E}">
        <p14:creationId xmlns:p14="http://schemas.microsoft.com/office/powerpoint/2010/main" val="28725997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2.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3.png"/><Relationship Id="rId5" Type="http://schemas.openxmlformats.org/officeDocument/2006/relationships/theme" Target="../theme/theme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descr="Shape, square&#10;&#10;Description automatically generated">
            <a:extLst>
              <a:ext uri="{FF2B5EF4-FFF2-40B4-BE49-F238E27FC236}">
                <a16:creationId xmlns:a16="http://schemas.microsoft.com/office/drawing/2014/main" id="{29F8BC3C-FAD9-5D12-3904-7E450C639E1C}"/>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3704" y="5"/>
            <a:ext cx="21427331" cy="30275213"/>
          </a:xfrm>
          <a:prstGeom prst="rect">
            <a:avLst/>
          </a:prstGeom>
        </p:spPr>
      </p:pic>
      <p:sp>
        <p:nvSpPr>
          <p:cNvPr id="2" name="Title Placeholder 1"/>
          <p:cNvSpPr>
            <a:spLocks noGrp="1"/>
          </p:cNvSpPr>
          <p:nvPr>
            <p:ph type="title"/>
          </p:nvPr>
        </p:nvSpPr>
        <p:spPr>
          <a:xfrm>
            <a:off x="891091" y="5133475"/>
            <a:ext cx="19022412" cy="5851808"/>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3" name="Text Placeholder 2"/>
          <p:cNvSpPr>
            <a:spLocks noGrp="1"/>
          </p:cNvSpPr>
          <p:nvPr>
            <p:ph type="body" idx="1"/>
          </p:nvPr>
        </p:nvSpPr>
        <p:spPr>
          <a:xfrm>
            <a:off x="891092" y="11696221"/>
            <a:ext cx="19022412" cy="1696711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045385440"/>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2" r:id="rId3"/>
    <p:sldLayoutId id="2147483663" r:id="rId4"/>
  </p:sldLayoutIdLst>
  <p:txStyles>
    <p:titleStyle>
      <a:lvl1pPr algn="l" defTabSz="4030965" rtl="0" eaLnBrk="1" latinLnBrk="0" hangingPunct="1">
        <a:lnSpc>
          <a:spcPct val="90000"/>
        </a:lnSpc>
        <a:spcBef>
          <a:spcPct val="0"/>
        </a:spcBef>
        <a:buNone/>
        <a:defRPr sz="14978" b="0" i="0" kern="1200">
          <a:solidFill>
            <a:schemeClr val="tx1"/>
          </a:solidFill>
          <a:latin typeface="Outfit" pitchFamily="2" charset="0"/>
          <a:ea typeface="+mj-ea"/>
          <a:cs typeface="+mj-cs"/>
        </a:defRPr>
      </a:lvl1pPr>
    </p:titleStyle>
    <p:bodyStyle>
      <a:lvl1pPr marL="1007742" indent="-1007742" algn="l" defTabSz="4030965" rtl="0" eaLnBrk="1" latinLnBrk="0" hangingPunct="1">
        <a:lnSpc>
          <a:spcPct val="90000"/>
        </a:lnSpc>
        <a:spcBef>
          <a:spcPts val="4408"/>
        </a:spcBef>
        <a:buFont typeface="Arial" panose="020B0604020202020204" pitchFamily="34" charset="0"/>
        <a:buChar char="•"/>
        <a:defRPr sz="9986" b="0" i="0" kern="1200">
          <a:solidFill>
            <a:schemeClr val="tx1"/>
          </a:solidFill>
          <a:latin typeface="Outfit" pitchFamily="2" charset="0"/>
          <a:ea typeface="+mn-ea"/>
          <a:cs typeface="+mn-cs"/>
        </a:defRPr>
      </a:lvl1pPr>
      <a:lvl2pPr marL="3023223" indent="-1007742" algn="l" defTabSz="4030965" rtl="0" eaLnBrk="1" latinLnBrk="0" hangingPunct="1">
        <a:lnSpc>
          <a:spcPct val="90000"/>
        </a:lnSpc>
        <a:spcBef>
          <a:spcPts val="2204"/>
        </a:spcBef>
        <a:buFont typeface="Arial" panose="020B0604020202020204" pitchFamily="34" charset="0"/>
        <a:buChar char="•"/>
        <a:defRPr sz="8988" b="0" i="0" kern="1200">
          <a:solidFill>
            <a:schemeClr val="tx1"/>
          </a:solidFill>
          <a:latin typeface="Outfit" pitchFamily="2" charset="0"/>
          <a:ea typeface="+mn-ea"/>
          <a:cs typeface="+mn-cs"/>
        </a:defRPr>
      </a:lvl2pPr>
      <a:lvl3pPr marL="5038707" indent="-1007742" algn="l" defTabSz="4030965" rtl="0" eaLnBrk="1" latinLnBrk="0" hangingPunct="1">
        <a:lnSpc>
          <a:spcPct val="90000"/>
        </a:lnSpc>
        <a:spcBef>
          <a:spcPts val="2204"/>
        </a:spcBef>
        <a:buFont typeface="Arial" panose="020B0604020202020204" pitchFamily="34" charset="0"/>
        <a:buChar char="•"/>
        <a:defRPr sz="7988" b="0" i="0" kern="1200">
          <a:solidFill>
            <a:schemeClr val="tx1"/>
          </a:solidFill>
          <a:latin typeface="Outfit" pitchFamily="2" charset="0"/>
          <a:ea typeface="+mn-ea"/>
          <a:cs typeface="+mn-cs"/>
        </a:defRPr>
      </a:lvl3pPr>
      <a:lvl4pPr marL="7054188" indent="-1007742" algn="l" defTabSz="4030965" rtl="0" eaLnBrk="1" latinLnBrk="0" hangingPunct="1">
        <a:lnSpc>
          <a:spcPct val="90000"/>
        </a:lnSpc>
        <a:spcBef>
          <a:spcPts val="2204"/>
        </a:spcBef>
        <a:buFont typeface="Arial" panose="020B0604020202020204" pitchFamily="34" charset="0"/>
        <a:buChar char="•"/>
        <a:defRPr sz="6991" b="0" i="0" kern="1200">
          <a:solidFill>
            <a:schemeClr val="tx1"/>
          </a:solidFill>
          <a:latin typeface="Outfit" pitchFamily="2" charset="0"/>
          <a:ea typeface="+mn-ea"/>
          <a:cs typeface="+mn-cs"/>
        </a:defRPr>
      </a:lvl4pPr>
      <a:lvl5pPr marL="9069669" indent="-1007742" algn="l" defTabSz="4030965" rtl="0" eaLnBrk="1" latinLnBrk="0" hangingPunct="1">
        <a:lnSpc>
          <a:spcPct val="90000"/>
        </a:lnSpc>
        <a:spcBef>
          <a:spcPts val="2204"/>
        </a:spcBef>
        <a:buFont typeface="Arial" panose="020B0604020202020204" pitchFamily="34" charset="0"/>
        <a:buChar char="•"/>
        <a:defRPr sz="5990" b="0" i="0" kern="1200">
          <a:solidFill>
            <a:schemeClr val="tx1"/>
          </a:solidFill>
          <a:latin typeface="Outfit" pitchFamily="2" charset="0"/>
          <a:ea typeface="+mn-ea"/>
          <a:cs typeface="+mn-cs"/>
        </a:defRPr>
      </a:lvl5pPr>
      <a:lvl6pPr marL="11085152"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6pPr>
      <a:lvl7pPr marL="13100637"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7pPr>
      <a:lvl8pPr marL="15116117"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8pPr>
      <a:lvl9pPr marL="17131599"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9pPr>
    </p:bodyStyle>
    <p:otherStyle>
      <a:defPPr>
        <a:defRPr lang="en-US"/>
      </a:defPPr>
      <a:lvl1pPr marL="0" algn="l" defTabSz="4030965" rtl="0" eaLnBrk="1" latinLnBrk="0" hangingPunct="1">
        <a:defRPr sz="7935" kern="1200">
          <a:solidFill>
            <a:schemeClr val="tx1"/>
          </a:solidFill>
          <a:latin typeface="+mn-lt"/>
          <a:ea typeface="+mn-ea"/>
          <a:cs typeface="+mn-cs"/>
        </a:defRPr>
      </a:lvl1pPr>
      <a:lvl2pPr marL="2015483" algn="l" defTabSz="4030965" rtl="0" eaLnBrk="1" latinLnBrk="0" hangingPunct="1">
        <a:defRPr sz="7935" kern="1200">
          <a:solidFill>
            <a:schemeClr val="tx1"/>
          </a:solidFill>
          <a:latin typeface="+mn-lt"/>
          <a:ea typeface="+mn-ea"/>
          <a:cs typeface="+mn-cs"/>
        </a:defRPr>
      </a:lvl2pPr>
      <a:lvl3pPr marL="4030965" algn="l" defTabSz="4030965" rtl="0" eaLnBrk="1" latinLnBrk="0" hangingPunct="1">
        <a:defRPr sz="7935" kern="1200">
          <a:solidFill>
            <a:schemeClr val="tx1"/>
          </a:solidFill>
          <a:latin typeface="+mn-lt"/>
          <a:ea typeface="+mn-ea"/>
          <a:cs typeface="+mn-cs"/>
        </a:defRPr>
      </a:lvl3pPr>
      <a:lvl4pPr marL="6046448" algn="l" defTabSz="4030965" rtl="0" eaLnBrk="1" latinLnBrk="0" hangingPunct="1">
        <a:defRPr sz="7935" kern="1200">
          <a:solidFill>
            <a:schemeClr val="tx1"/>
          </a:solidFill>
          <a:latin typeface="+mn-lt"/>
          <a:ea typeface="+mn-ea"/>
          <a:cs typeface="+mn-cs"/>
        </a:defRPr>
      </a:lvl4pPr>
      <a:lvl5pPr marL="8061929" algn="l" defTabSz="4030965" rtl="0" eaLnBrk="1" latinLnBrk="0" hangingPunct="1">
        <a:defRPr sz="7935" kern="1200">
          <a:solidFill>
            <a:schemeClr val="tx1"/>
          </a:solidFill>
          <a:latin typeface="+mn-lt"/>
          <a:ea typeface="+mn-ea"/>
          <a:cs typeface="+mn-cs"/>
        </a:defRPr>
      </a:lvl5pPr>
      <a:lvl6pPr marL="10077413" algn="l" defTabSz="4030965" rtl="0" eaLnBrk="1" latinLnBrk="0" hangingPunct="1">
        <a:defRPr sz="7935" kern="1200">
          <a:solidFill>
            <a:schemeClr val="tx1"/>
          </a:solidFill>
          <a:latin typeface="+mn-lt"/>
          <a:ea typeface="+mn-ea"/>
          <a:cs typeface="+mn-cs"/>
        </a:defRPr>
      </a:lvl6pPr>
      <a:lvl7pPr marL="12092894" algn="l" defTabSz="4030965" rtl="0" eaLnBrk="1" latinLnBrk="0" hangingPunct="1">
        <a:defRPr sz="7935" kern="1200">
          <a:solidFill>
            <a:schemeClr val="tx1"/>
          </a:solidFill>
          <a:latin typeface="+mn-lt"/>
          <a:ea typeface="+mn-ea"/>
          <a:cs typeface="+mn-cs"/>
        </a:defRPr>
      </a:lvl7pPr>
      <a:lvl8pPr marL="14108375" algn="l" defTabSz="4030965" rtl="0" eaLnBrk="1" latinLnBrk="0" hangingPunct="1">
        <a:defRPr sz="7935" kern="1200">
          <a:solidFill>
            <a:schemeClr val="tx1"/>
          </a:solidFill>
          <a:latin typeface="+mn-lt"/>
          <a:ea typeface="+mn-ea"/>
          <a:cs typeface="+mn-cs"/>
        </a:defRPr>
      </a:lvl8pPr>
      <a:lvl9pPr marL="16123859" algn="l" defTabSz="4030965" rtl="0" eaLnBrk="1" latinLnBrk="0" hangingPunct="1">
        <a:defRPr sz="793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Shape, square&#10;&#10;Description automatically generated">
            <a:extLst>
              <a:ext uri="{FF2B5EF4-FFF2-40B4-BE49-F238E27FC236}">
                <a16:creationId xmlns:a16="http://schemas.microsoft.com/office/drawing/2014/main" id="{E1CE277E-B5CC-3787-E308-772AD7B9EF46}"/>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3" y="5"/>
            <a:ext cx="21427331" cy="30275213"/>
          </a:xfrm>
          <a:prstGeom prst="rect">
            <a:avLst/>
          </a:prstGeom>
        </p:spPr>
      </p:pic>
      <p:sp>
        <p:nvSpPr>
          <p:cNvPr id="9" name="Title Placeholder 1">
            <a:extLst>
              <a:ext uri="{FF2B5EF4-FFF2-40B4-BE49-F238E27FC236}">
                <a16:creationId xmlns:a16="http://schemas.microsoft.com/office/drawing/2014/main" id="{33DD044E-58F7-80B4-ED50-29F47847A1BA}"/>
              </a:ext>
            </a:extLst>
          </p:cNvPr>
          <p:cNvSpPr>
            <a:spLocks noGrp="1"/>
          </p:cNvSpPr>
          <p:nvPr>
            <p:ph type="title"/>
          </p:nvPr>
        </p:nvSpPr>
        <p:spPr>
          <a:xfrm>
            <a:off x="891091" y="5133475"/>
            <a:ext cx="19022412" cy="5851808"/>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10" name="Text Placeholder 2">
            <a:extLst>
              <a:ext uri="{FF2B5EF4-FFF2-40B4-BE49-F238E27FC236}">
                <a16:creationId xmlns:a16="http://schemas.microsoft.com/office/drawing/2014/main" id="{D4124F7B-4E3C-5AD7-B5B0-EC73B5A83B72}"/>
              </a:ext>
            </a:extLst>
          </p:cNvPr>
          <p:cNvSpPr>
            <a:spLocks noGrp="1"/>
          </p:cNvSpPr>
          <p:nvPr>
            <p:ph type="body" idx="1"/>
          </p:nvPr>
        </p:nvSpPr>
        <p:spPr>
          <a:xfrm>
            <a:off x="891092" y="11696221"/>
            <a:ext cx="19022412" cy="1696711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49771957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Lst>
  <p:txStyles>
    <p:titleStyle>
      <a:lvl1pPr algn="l" defTabSz="4030965" rtl="0" eaLnBrk="1" latinLnBrk="0" hangingPunct="1">
        <a:lnSpc>
          <a:spcPct val="90000"/>
        </a:lnSpc>
        <a:spcBef>
          <a:spcPct val="0"/>
        </a:spcBef>
        <a:buNone/>
        <a:defRPr sz="14978" b="0" i="0" kern="1200">
          <a:solidFill>
            <a:schemeClr val="tx1"/>
          </a:solidFill>
          <a:latin typeface="Outfit" pitchFamily="2" charset="0"/>
          <a:ea typeface="+mj-ea"/>
          <a:cs typeface="+mj-cs"/>
        </a:defRPr>
      </a:lvl1pPr>
    </p:titleStyle>
    <p:bodyStyle>
      <a:lvl1pPr marL="1007742" indent="-1007742" algn="l" defTabSz="4030965" rtl="0" eaLnBrk="1" latinLnBrk="0" hangingPunct="1">
        <a:lnSpc>
          <a:spcPct val="90000"/>
        </a:lnSpc>
        <a:spcBef>
          <a:spcPts val="4408"/>
        </a:spcBef>
        <a:buFont typeface="Arial" panose="020B0604020202020204" pitchFamily="34" charset="0"/>
        <a:buChar char="•"/>
        <a:defRPr sz="9986" b="0" i="0" kern="1200">
          <a:solidFill>
            <a:schemeClr val="tx1"/>
          </a:solidFill>
          <a:latin typeface="Outfit" pitchFamily="2" charset="0"/>
          <a:ea typeface="+mn-ea"/>
          <a:cs typeface="+mn-cs"/>
        </a:defRPr>
      </a:lvl1pPr>
      <a:lvl2pPr marL="3023223" indent="-1007742" algn="l" defTabSz="4030965" rtl="0" eaLnBrk="1" latinLnBrk="0" hangingPunct="1">
        <a:lnSpc>
          <a:spcPct val="90000"/>
        </a:lnSpc>
        <a:spcBef>
          <a:spcPts val="2204"/>
        </a:spcBef>
        <a:buFont typeface="Arial" panose="020B0604020202020204" pitchFamily="34" charset="0"/>
        <a:buChar char="•"/>
        <a:defRPr sz="8988" b="0" i="0" kern="1200">
          <a:solidFill>
            <a:schemeClr val="tx1"/>
          </a:solidFill>
          <a:latin typeface="Outfit" pitchFamily="2" charset="0"/>
          <a:ea typeface="+mn-ea"/>
          <a:cs typeface="+mn-cs"/>
        </a:defRPr>
      </a:lvl2pPr>
      <a:lvl3pPr marL="5038707" indent="-1007742" algn="l" defTabSz="4030965" rtl="0" eaLnBrk="1" latinLnBrk="0" hangingPunct="1">
        <a:lnSpc>
          <a:spcPct val="90000"/>
        </a:lnSpc>
        <a:spcBef>
          <a:spcPts val="2204"/>
        </a:spcBef>
        <a:buFont typeface="Arial" panose="020B0604020202020204" pitchFamily="34" charset="0"/>
        <a:buChar char="•"/>
        <a:defRPr sz="7988" b="0" i="0" kern="1200">
          <a:solidFill>
            <a:schemeClr val="tx1"/>
          </a:solidFill>
          <a:latin typeface="Outfit" pitchFamily="2" charset="0"/>
          <a:ea typeface="+mn-ea"/>
          <a:cs typeface="+mn-cs"/>
        </a:defRPr>
      </a:lvl3pPr>
      <a:lvl4pPr marL="7054188" indent="-1007742" algn="l" defTabSz="4030965" rtl="0" eaLnBrk="1" latinLnBrk="0" hangingPunct="1">
        <a:lnSpc>
          <a:spcPct val="90000"/>
        </a:lnSpc>
        <a:spcBef>
          <a:spcPts val="2204"/>
        </a:spcBef>
        <a:buFont typeface="Arial" panose="020B0604020202020204" pitchFamily="34" charset="0"/>
        <a:buChar char="•"/>
        <a:defRPr sz="6991" b="0" i="0" kern="1200">
          <a:solidFill>
            <a:schemeClr val="tx1"/>
          </a:solidFill>
          <a:latin typeface="Outfit" pitchFamily="2" charset="0"/>
          <a:ea typeface="+mn-ea"/>
          <a:cs typeface="+mn-cs"/>
        </a:defRPr>
      </a:lvl4pPr>
      <a:lvl5pPr marL="9069669" indent="-1007742" algn="l" defTabSz="4030965" rtl="0" eaLnBrk="1" latinLnBrk="0" hangingPunct="1">
        <a:lnSpc>
          <a:spcPct val="90000"/>
        </a:lnSpc>
        <a:spcBef>
          <a:spcPts val="2204"/>
        </a:spcBef>
        <a:buFont typeface="Arial" panose="020B0604020202020204" pitchFamily="34" charset="0"/>
        <a:buChar char="•"/>
        <a:defRPr sz="5990" b="0" i="0" kern="1200">
          <a:solidFill>
            <a:schemeClr val="tx1"/>
          </a:solidFill>
          <a:latin typeface="Outfit" pitchFamily="2" charset="0"/>
          <a:ea typeface="+mn-ea"/>
          <a:cs typeface="+mn-cs"/>
        </a:defRPr>
      </a:lvl5pPr>
      <a:lvl6pPr marL="11085152"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6pPr>
      <a:lvl7pPr marL="13100637"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7pPr>
      <a:lvl8pPr marL="15116117"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8pPr>
      <a:lvl9pPr marL="17131599"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9pPr>
    </p:bodyStyle>
    <p:otherStyle>
      <a:defPPr>
        <a:defRPr lang="en-US"/>
      </a:defPPr>
      <a:lvl1pPr marL="0" algn="l" defTabSz="4030965" rtl="0" eaLnBrk="1" latinLnBrk="0" hangingPunct="1">
        <a:defRPr sz="7935" kern="1200">
          <a:solidFill>
            <a:schemeClr val="tx1"/>
          </a:solidFill>
          <a:latin typeface="+mn-lt"/>
          <a:ea typeface="+mn-ea"/>
          <a:cs typeface="+mn-cs"/>
        </a:defRPr>
      </a:lvl1pPr>
      <a:lvl2pPr marL="2015483" algn="l" defTabSz="4030965" rtl="0" eaLnBrk="1" latinLnBrk="0" hangingPunct="1">
        <a:defRPr sz="7935" kern="1200">
          <a:solidFill>
            <a:schemeClr val="tx1"/>
          </a:solidFill>
          <a:latin typeface="+mn-lt"/>
          <a:ea typeface="+mn-ea"/>
          <a:cs typeface="+mn-cs"/>
        </a:defRPr>
      </a:lvl2pPr>
      <a:lvl3pPr marL="4030965" algn="l" defTabSz="4030965" rtl="0" eaLnBrk="1" latinLnBrk="0" hangingPunct="1">
        <a:defRPr sz="7935" kern="1200">
          <a:solidFill>
            <a:schemeClr val="tx1"/>
          </a:solidFill>
          <a:latin typeface="+mn-lt"/>
          <a:ea typeface="+mn-ea"/>
          <a:cs typeface="+mn-cs"/>
        </a:defRPr>
      </a:lvl3pPr>
      <a:lvl4pPr marL="6046448" algn="l" defTabSz="4030965" rtl="0" eaLnBrk="1" latinLnBrk="0" hangingPunct="1">
        <a:defRPr sz="7935" kern="1200">
          <a:solidFill>
            <a:schemeClr val="tx1"/>
          </a:solidFill>
          <a:latin typeface="+mn-lt"/>
          <a:ea typeface="+mn-ea"/>
          <a:cs typeface="+mn-cs"/>
        </a:defRPr>
      </a:lvl4pPr>
      <a:lvl5pPr marL="8061929" algn="l" defTabSz="4030965" rtl="0" eaLnBrk="1" latinLnBrk="0" hangingPunct="1">
        <a:defRPr sz="7935" kern="1200">
          <a:solidFill>
            <a:schemeClr val="tx1"/>
          </a:solidFill>
          <a:latin typeface="+mn-lt"/>
          <a:ea typeface="+mn-ea"/>
          <a:cs typeface="+mn-cs"/>
        </a:defRPr>
      </a:lvl5pPr>
      <a:lvl6pPr marL="10077413" algn="l" defTabSz="4030965" rtl="0" eaLnBrk="1" latinLnBrk="0" hangingPunct="1">
        <a:defRPr sz="7935" kern="1200">
          <a:solidFill>
            <a:schemeClr val="tx1"/>
          </a:solidFill>
          <a:latin typeface="+mn-lt"/>
          <a:ea typeface="+mn-ea"/>
          <a:cs typeface="+mn-cs"/>
        </a:defRPr>
      </a:lvl6pPr>
      <a:lvl7pPr marL="12092894" algn="l" defTabSz="4030965" rtl="0" eaLnBrk="1" latinLnBrk="0" hangingPunct="1">
        <a:defRPr sz="7935" kern="1200">
          <a:solidFill>
            <a:schemeClr val="tx1"/>
          </a:solidFill>
          <a:latin typeface="+mn-lt"/>
          <a:ea typeface="+mn-ea"/>
          <a:cs typeface="+mn-cs"/>
        </a:defRPr>
      </a:lvl7pPr>
      <a:lvl8pPr marL="14108375" algn="l" defTabSz="4030965" rtl="0" eaLnBrk="1" latinLnBrk="0" hangingPunct="1">
        <a:defRPr sz="7935" kern="1200">
          <a:solidFill>
            <a:schemeClr val="tx1"/>
          </a:solidFill>
          <a:latin typeface="+mn-lt"/>
          <a:ea typeface="+mn-ea"/>
          <a:cs typeface="+mn-cs"/>
        </a:defRPr>
      </a:lvl8pPr>
      <a:lvl9pPr marL="16123859" algn="l" defTabSz="4030965" rtl="0" eaLnBrk="1" latinLnBrk="0" hangingPunct="1">
        <a:defRPr sz="793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Shape, square&#10;&#10;Description automatically generated">
            <a:extLst>
              <a:ext uri="{FF2B5EF4-FFF2-40B4-BE49-F238E27FC236}">
                <a16:creationId xmlns:a16="http://schemas.microsoft.com/office/drawing/2014/main" id="{202EFE6E-7DF8-AA35-1806-1EB517DB3288}"/>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3" y="4"/>
            <a:ext cx="21427331" cy="30275213"/>
          </a:xfrm>
          <a:prstGeom prst="rect">
            <a:avLst/>
          </a:prstGeom>
        </p:spPr>
      </p:pic>
      <p:sp>
        <p:nvSpPr>
          <p:cNvPr id="9" name="Title Placeholder 1">
            <a:extLst>
              <a:ext uri="{FF2B5EF4-FFF2-40B4-BE49-F238E27FC236}">
                <a16:creationId xmlns:a16="http://schemas.microsoft.com/office/drawing/2014/main" id="{BE8B68FD-2EFA-3979-3EB2-97C4453E687E}"/>
              </a:ext>
            </a:extLst>
          </p:cNvPr>
          <p:cNvSpPr>
            <a:spLocks noGrp="1"/>
          </p:cNvSpPr>
          <p:nvPr>
            <p:ph type="title"/>
          </p:nvPr>
        </p:nvSpPr>
        <p:spPr>
          <a:xfrm>
            <a:off x="891091" y="988195"/>
            <a:ext cx="19022412" cy="5851808"/>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10" name="Text Placeholder 2">
            <a:extLst>
              <a:ext uri="{FF2B5EF4-FFF2-40B4-BE49-F238E27FC236}">
                <a16:creationId xmlns:a16="http://schemas.microsoft.com/office/drawing/2014/main" id="{C237B224-1460-3FCE-F80E-81014B686DC5}"/>
              </a:ext>
            </a:extLst>
          </p:cNvPr>
          <p:cNvSpPr>
            <a:spLocks noGrp="1"/>
          </p:cNvSpPr>
          <p:nvPr>
            <p:ph type="body" idx="1"/>
          </p:nvPr>
        </p:nvSpPr>
        <p:spPr>
          <a:xfrm>
            <a:off x="891092" y="7550942"/>
            <a:ext cx="19022412" cy="1696711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4985938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4030965" rtl="0" eaLnBrk="1" latinLnBrk="0" hangingPunct="1">
        <a:lnSpc>
          <a:spcPct val="90000"/>
        </a:lnSpc>
        <a:spcBef>
          <a:spcPct val="0"/>
        </a:spcBef>
        <a:buNone/>
        <a:defRPr sz="14978" b="0" i="0" kern="1200">
          <a:solidFill>
            <a:schemeClr val="tx1"/>
          </a:solidFill>
          <a:latin typeface="Outfit" pitchFamily="2" charset="0"/>
          <a:ea typeface="+mj-ea"/>
          <a:cs typeface="+mj-cs"/>
        </a:defRPr>
      </a:lvl1pPr>
    </p:titleStyle>
    <p:bodyStyle>
      <a:lvl1pPr marL="1007742" indent="-1007742" algn="l" defTabSz="4030965" rtl="0" eaLnBrk="1" latinLnBrk="0" hangingPunct="1">
        <a:lnSpc>
          <a:spcPct val="90000"/>
        </a:lnSpc>
        <a:spcBef>
          <a:spcPts val="4408"/>
        </a:spcBef>
        <a:buFont typeface="Arial" panose="020B0604020202020204" pitchFamily="34" charset="0"/>
        <a:buChar char="•"/>
        <a:defRPr sz="9986" b="0" i="0" kern="1200">
          <a:solidFill>
            <a:schemeClr val="tx1"/>
          </a:solidFill>
          <a:latin typeface="Outfit" pitchFamily="2" charset="0"/>
          <a:ea typeface="+mn-ea"/>
          <a:cs typeface="+mn-cs"/>
        </a:defRPr>
      </a:lvl1pPr>
      <a:lvl2pPr marL="3023223" indent="-1007742" algn="l" defTabSz="4030965" rtl="0" eaLnBrk="1" latinLnBrk="0" hangingPunct="1">
        <a:lnSpc>
          <a:spcPct val="90000"/>
        </a:lnSpc>
        <a:spcBef>
          <a:spcPts val="2204"/>
        </a:spcBef>
        <a:buFont typeface="Arial" panose="020B0604020202020204" pitchFamily="34" charset="0"/>
        <a:buChar char="•"/>
        <a:defRPr sz="8988" b="0" i="0" kern="1200">
          <a:solidFill>
            <a:schemeClr val="tx1"/>
          </a:solidFill>
          <a:latin typeface="Outfit" pitchFamily="2" charset="0"/>
          <a:ea typeface="+mn-ea"/>
          <a:cs typeface="+mn-cs"/>
        </a:defRPr>
      </a:lvl2pPr>
      <a:lvl3pPr marL="5038707" indent="-1007742" algn="l" defTabSz="4030965" rtl="0" eaLnBrk="1" latinLnBrk="0" hangingPunct="1">
        <a:lnSpc>
          <a:spcPct val="90000"/>
        </a:lnSpc>
        <a:spcBef>
          <a:spcPts val="2204"/>
        </a:spcBef>
        <a:buFont typeface="Arial" panose="020B0604020202020204" pitchFamily="34" charset="0"/>
        <a:buChar char="•"/>
        <a:defRPr sz="7988" b="0" i="0" kern="1200">
          <a:solidFill>
            <a:schemeClr val="tx1"/>
          </a:solidFill>
          <a:latin typeface="Outfit" pitchFamily="2" charset="0"/>
          <a:ea typeface="+mn-ea"/>
          <a:cs typeface="+mn-cs"/>
        </a:defRPr>
      </a:lvl3pPr>
      <a:lvl4pPr marL="7054188" indent="-1007742" algn="l" defTabSz="4030965" rtl="0" eaLnBrk="1" latinLnBrk="0" hangingPunct="1">
        <a:lnSpc>
          <a:spcPct val="90000"/>
        </a:lnSpc>
        <a:spcBef>
          <a:spcPts val="2204"/>
        </a:spcBef>
        <a:buFont typeface="Arial" panose="020B0604020202020204" pitchFamily="34" charset="0"/>
        <a:buChar char="•"/>
        <a:defRPr sz="6991" b="0" i="0" kern="1200">
          <a:solidFill>
            <a:schemeClr val="tx1"/>
          </a:solidFill>
          <a:latin typeface="Outfit" pitchFamily="2" charset="0"/>
          <a:ea typeface="+mn-ea"/>
          <a:cs typeface="+mn-cs"/>
        </a:defRPr>
      </a:lvl4pPr>
      <a:lvl5pPr marL="9069669" indent="-1007742" algn="l" defTabSz="4030965" rtl="0" eaLnBrk="1" latinLnBrk="0" hangingPunct="1">
        <a:lnSpc>
          <a:spcPct val="90000"/>
        </a:lnSpc>
        <a:spcBef>
          <a:spcPts val="2204"/>
        </a:spcBef>
        <a:buFont typeface="Arial" panose="020B0604020202020204" pitchFamily="34" charset="0"/>
        <a:buChar char="•"/>
        <a:defRPr sz="5990" b="0" i="0" kern="1200">
          <a:solidFill>
            <a:schemeClr val="tx1"/>
          </a:solidFill>
          <a:latin typeface="Outfit" pitchFamily="2" charset="0"/>
          <a:ea typeface="+mn-ea"/>
          <a:cs typeface="+mn-cs"/>
        </a:defRPr>
      </a:lvl5pPr>
      <a:lvl6pPr marL="11085152"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6pPr>
      <a:lvl7pPr marL="13100637"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7pPr>
      <a:lvl8pPr marL="15116117"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8pPr>
      <a:lvl9pPr marL="17131599"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9pPr>
    </p:bodyStyle>
    <p:otherStyle>
      <a:defPPr>
        <a:defRPr lang="en-US"/>
      </a:defPPr>
      <a:lvl1pPr marL="0" algn="l" defTabSz="4030965" rtl="0" eaLnBrk="1" latinLnBrk="0" hangingPunct="1">
        <a:defRPr sz="7935" kern="1200">
          <a:solidFill>
            <a:schemeClr val="tx1"/>
          </a:solidFill>
          <a:latin typeface="+mn-lt"/>
          <a:ea typeface="+mn-ea"/>
          <a:cs typeface="+mn-cs"/>
        </a:defRPr>
      </a:lvl1pPr>
      <a:lvl2pPr marL="2015483" algn="l" defTabSz="4030965" rtl="0" eaLnBrk="1" latinLnBrk="0" hangingPunct="1">
        <a:defRPr sz="7935" kern="1200">
          <a:solidFill>
            <a:schemeClr val="tx1"/>
          </a:solidFill>
          <a:latin typeface="+mn-lt"/>
          <a:ea typeface="+mn-ea"/>
          <a:cs typeface="+mn-cs"/>
        </a:defRPr>
      </a:lvl2pPr>
      <a:lvl3pPr marL="4030965" algn="l" defTabSz="4030965" rtl="0" eaLnBrk="1" latinLnBrk="0" hangingPunct="1">
        <a:defRPr sz="7935" kern="1200">
          <a:solidFill>
            <a:schemeClr val="tx1"/>
          </a:solidFill>
          <a:latin typeface="+mn-lt"/>
          <a:ea typeface="+mn-ea"/>
          <a:cs typeface="+mn-cs"/>
        </a:defRPr>
      </a:lvl3pPr>
      <a:lvl4pPr marL="6046448" algn="l" defTabSz="4030965" rtl="0" eaLnBrk="1" latinLnBrk="0" hangingPunct="1">
        <a:defRPr sz="7935" kern="1200">
          <a:solidFill>
            <a:schemeClr val="tx1"/>
          </a:solidFill>
          <a:latin typeface="+mn-lt"/>
          <a:ea typeface="+mn-ea"/>
          <a:cs typeface="+mn-cs"/>
        </a:defRPr>
      </a:lvl4pPr>
      <a:lvl5pPr marL="8061929" algn="l" defTabSz="4030965" rtl="0" eaLnBrk="1" latinLnBrk="0" hangingPunct="1">
        <a:defRPr sz="7935" kern="1200">
          <a:solidFill>
            <a:schemeClr val="tx1"/>
          </a:solidFill>
          <a:latin typeface="+mn-lt"/>
          <a:ea typeface="+mn-ea"/>
          <a:cs typeface="+mn-cs"/>
        </a:defRPr>
      </a:lvl5pPr>
      <a:lvl6pPr marL="10077413" algn="l" defTabSz="4030965" rtl="0" eaLnBrk="1" latinLnBrk="0" hangingPunct="1">
        <a:defRPr sz="7935" kern="1200">
          <a:solidFill>
            <a:schemeClr val="tx1"/>
          </a:solidFill>
          <a:latin typeface="+mn-lt"/>
          <a:ea typeface="+mn-ea"/>
          <a:cs typeface="+mn-cs"/>
        </a:defRPr>
      </a:lvl6pPr>
      <a:lvl7pPr marL="12092894" algn="l" defTabSz="4030965" rtl="0" eaLnBrk="1" latinLnBrk="0" hangingPunct="1">
        <a:defRPr sz="7935" kern="1200">
          <a:solidFill>
            <a:schemeClr val="tx1"/>
          </a:solidFill>
          <a:latin typeface="+mn-lt"/>
          <a:ea typeface="+mn-ea"/>
          <a:cs typeface="+mn-cs"/>
        </a:defRPr>
      </a:lvl7pPr>
      <a:lvl8pPr marL="14108375" algn="l" defTabSz="4030965" rtl="0" eaLnBrk="1" latinLnBrk="0" hangingPunct="1">
        <a:defRPr sz="7935" kern="1200">
          <a:solidFill>
            <a:schemeClr val="tx1"/>
          </a:solidFill>
          <a:latin typeface="+mn-lt"/>
          <a:ea typeface="+mn-ea"/>
          <a:cs typeface="+mn-cs"/>
        </a:defRPr>
      </a:lvl8pPr>
      <a:lvl9pPr marL="16123859" algn="l" defTabSz="4030965" rtl="0" eaLnBrk="1" latinLnBrk="0" hangingPunct="1">
        <a:defRPr sz="793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Shape, square&#10;&#10;Description automatically generated">
            <a:extLst>
              <a:ext uri="{FF2B5EF4-FFF2-40B4-BE49-F238E27FC236}">
                <a16:creationId xmlns:a16="http://schemas.microsoft.com/office/drawing/2014/main" id="{5AB12EE4-1CB9-2D88-B897-3DDB15BD497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3" y="5"/>
            <a:ext cx="21427331" cy="30275213"/>
          </a:xfrm>
          <a:prstGeom prst="rect">
            <a:avLst/>
          </a:prstGeom>
        </p:spPr>
      </p:pic>
      <p:sp>
        <p:nvSpPr>
          <p:cNvPr id="9" name="Title Placeholder 1">
            <a:extLst>
              <a:ext uri="{FF2B5EF4-FFF2-40B4-BE49-F238E27FC236}">
                <a16:creationId xmlns:a16="http://schemas.microsoft.com/office/drawing/2014/main" id="{8D561B31-5815-2B58-AF25-630CCADCB848}"/>
              </a:ext>
            </a:extLst>
          </p:cNvPr>
          <p:cNvSpPr>
            <a:spLocks noGrp="1"/>
          </p:cNvSpPr>
          <p:nvPr>
            <p:ph type="title"/>
          </p:nvPr>
        </p:nvSpPr>
        <p:spPr>
          <a:xfrm>
            <a:off x="891091" y="988195"/>
            <a:ext cx="19022412" cy="5851808"/>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10" name="Text Placeholder 2">
            <a:extLst>
              <a:ext uri="{FF2B5EF4-FFF2-40B4-BE49-F238E27FC236}">
                <a16:creationId xmlns:a16="http://schemas.microsoft.com/office/drawing/2014/main" id="{751884CC-3868-3ED6-C99F-11B1BE4EE873}"/>
              </a:ext>
            </a:extLst>
          </p:cNvPr>
          <p:cNvSpPr>
            <a:spLocks noGrp="1"/>
          </p:cNvSpPr>
          <p:nvPr>
            <p:ph type="body" idx="1"/>
          </p:nvPr>
        </p:nvSpPr>
        <p:spPr>
          <a:xfrm>
            <a:off x="891092" y="7550942"/>
            <a:ext cx="19022412" cy="1696711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3780628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Lst>
  <p:txStyles>
    <p:titleStyle>
      <a:lvl1pPr algn="l" defTabSz="4030965" rtl="0" eaLnBrk="1" latinLnBrk="0" hangingPunct="1">
        <a:lnSpc>
          <a:spcPct val="90000"/>
        </a:lnSpc>
        <a:spcBef>
          <a:spcPct val="0"/>
        </a:spcBef>
        <a:buNone/>
        <a:defRPr sz="14978" b="0" i="0" kern="1200">
          <a:solidFill>
            <a:schemeClr val="tx1"/>
          </a:solidFill>
          <a:latin typeface="Outfit" pitchFamily="2" charset="0"/>
          <a:ea typeface="+mj-ea"/>
          <a:cs typeface="+mj-cs"/>
        </a:defRPr>
      </a:lvl1pPr>
    </p:titleStyle>
    <p:bodyStyle>
      <a:lvl1pPr marL="1007742" indent="-1007742" algn="l" defTabSz="4030965" rtl="0" eaLnBrk="1" latinLnBrk="0" hangingPunct="1">
        <a:lnSpc>
          <a:spcPct val="90000"/>
        </a:lnSpc>
        <a:spcBef>
          <a:spcPts val="4408"/>
        </a:spcBef>
        <a:buFont typeface="Arial" panose="020B0604020202020204" pitchFamily="34" charset="0"/>
        <a:buChar char="•"/>
        <a:defRPr sz="9986" b="0" i="0" kern="1200">
          <a:solidFill>
            <a:schemeClr val="tx1"/>
          </a:solidFill>
          <a:latin typeface="Outfit" pitchFamily="2" charset="0"/>
          <a:ea typeface="+mn-ea"/>
          <a:cs typeface="+mn-cs"/>
        </a:defRPr>
      </a:lvl1pPr>
      <a:lvl2pPr marL="3023223" indent="-1007742" algn="l" defTabSz="4030965" rtl="0" eaLnBrk="1" latinLnBrk="0" hangingPunct="1">
        <a:lnSpc>
          <a:spcPct val="90000"/>
        </a:lnSpc>
        <a:spcBef>
          <a:spcPts val="2204"/>
        </a:spcBef>
        <a:buFont typeface="Arial" panose="020B0604020202020204" pitchFamily="34" charset="0"/>
        <a:buChar char="•"/>
        <a:defRPr sz="8988" b="0" i="0" kern="1200">
          <a:solidFill>
            <a:schemeClr val="tx1"/>
          </a:solidFill>
          <a:latin typeface="Outfit" pitchFamily="2" charset="0"/>
          <a:ea typeface="+mn-ea"/>
          <a:cs typeface="+mn-cs"/>
        </a:defRPr>
      </a:lvl2pPr>
      <a:lvl3pPr marL="5038707" indent="-1007742" algn="l" defTabSz="4030965" rtl="0" eaLnBrk="1" latinLnBrk="0" hangingPunct="1">
        <a:lnSpc>
          <a:spcPct val="90000"/>
        </a:lnSpc>
        <a:spcBef>
          <a:spcPts val="2204"/>
        </a:spcBef>
        <a:buFont typeface="Arial" panose="020B0604020202020204" pitchFamily="34" charset="0"/>
        <a:buChar char="•"/>
        <a:defRPr sz="7988" b="0" i="0" kern="1200">
          <a:solidFill>
            <a:schemeClr val="tx1"/>
          </a:solidFill>
          <a:latin typeface="Outfit" pitchFamily="2" charset="0"/>
          <a:ea typeface="+mn-ea"/>
          <a:cs typeface="+mn-cs"/>
        </a:defRPr>
      </a:lvl3pPr>
      <a:lvl4pPr marL="7054188" indent="-1007742" algn="l" defTabSz="4030965" rtl="0" eaLnBrk="1" latinLnBrk="0" hangingPunct="1">
        <a:lnSpc>
          <a:spcPct val="90000"/>
        </a:lnSpc>
        <a:spcBef>
          <a:spcPts val="2204"/>
        </a:spcBef>
        <a:buFont typeface="Arial" panose="020B0604020202020204" pitchFamily="34" charset="0"/>
        <a:buChar char="•"/>
        <a:defRPr sz="6991" b="0" i="0" kern="1200">
          <a:solidFill>
            <a:schemeClr val="tx1"/>
          </a:solidFill>
          <a:latin typeface="Outfit" pitchFamily="2" charset="0"/>
          <a:ea typeface="+mn-ea"/>
          <a:cs typeface="+mn-cs"/>
        </a:defRPr>
      </a:lvl4pPr>
      <a:lvl5pPr marL="9069669" indent="-1007742" algn="l" defTabSz="4030965" rtl="0" eaLnBrk="1" latinLnBrk="0" hangingPunct="1">
        <a:lnSpc>
          <a:spcPct val="90000"/>
        </a:lnSpc>
        <a:spcBef>
          <a:spcPts val="2204"/>
        </a:spcBef>
        <a:buFont typeface="Arial" panose="020B0604020202020204" pitchFamily="34" charset="0"/>
        <a:buChar char="•"/>
        <a:defRPr sz="5990" b="0" i="0" kern="1200">
          <a:solidFill>
            <a:schemeClr val="tx1"/>
          </a:solidFill>
          <a:latin typeface="Outfit" pitchFamily="2" charset="0"/>
          <a:ea typeface="+mn-ea"/>
          <a:cs typeface="+mn-cs"/>
        </a:defRPr>
      </a:lvl5pPr>
      <a:lvl6pPr marL="11085152"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6pPr>
      <a:lvl7pPr marL="13100637"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7pPr>
      <a:lvl8pPr marL="15116117"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8pPr>
      <a:lvl9pPr marL="17131599" indent="-1007742" algn="l" defTabSz="4030965" rtl="0" eaLnBrk="1" latinLnBrk="0" hangingPunct="1">
        <a:lnSpc>
          <a:spcPct val="90000"/>
        </a:lnSpc>
        <a:spcBef>
          <a:spcPts val="2204"/>
        </a:spcBef>
        <a:buFont typeface="Arial" panose="020B0604020202020204" pitchFamily="34" charset="0"/>
        <a:buChar char="•"/>
        <a:defRPr sz="7935" kern="1200">
          <a:solidFill>
            <a:schemeClr val="tx1"/>
          </a:solidFill>
          <a:latin typeface="+mn-lt"/>
          <a:ea typeface="+mn-ea"/>
          <a:cs typeface="+mn-cs"/>
        </a:defRPr>
      </a:lvl9pPr>
    </p:bodyStyle>
    <p:otherStyle>
      <a:defPPr>
        <a:defRPr lang="en-US"/>
      </a:defPPr>
      <a:lvl1pPr marL="0" algn="l" defTabSz="4030965" rtl="0" eaLnBrk="1" latinLnBrk="0" hangingPunct="1">
        <a:defRPr sz="7935" kern="1200">
          <a:solidFill>
            <a:schemeClr val="tx1"/>
          </a:solidFill>
          <a:latin typeface="+mn-lt"/>
          <a:ea typeface="+mn-ea"/>
          <a:cs typeface="+mn-cs"/>
        </a:defRPr>
      </a:lvl1pPr>
      <a:lvl2pPr marL="2015483" algn="l" defTabSz="4030965" rtl="0" eaLnBrk="1" latinLnBrk="0" hangingPunct="1">
        <a:defRPr sz="7935" kern="1200">
          <a:solidFill>
            <a:schemeClr val="tx1"/>
          </a:solidFill>
          <a:latin typeface="+mn-lt"/>
          <a:ea typeface="+mn-ea"/>
          <a:cs typeface="+mn-cs"/>
        </a:defRPr>
      </a:lvl2pPr>
      <a:lvl3pPr marL="4030965" algn="l" defTabSz="4030965" rtl="0" eaLnBrk="1" latinLnBrk="0" hangingPunct="1">
        <a:defRPr sz="7935" kern="1200">
          <a:solidFill>
            <a:schemeClr val="tx1"/>
          </a:solidFill>
          <a:latin typeface="+mn-lt"/>
          <a:ea typeface="+mn-ea"/>
          <a:cs typeface="+mn-cs"/>
        </a:defRPr>
      </a:lvl3pPr>
      <a:lvl4pPr marL="6046448" algn="l" defTabSz="4030965" rtl="0" eaLnBrk="1" latinLnBrk="0" hangingPunct="1">
        <a:defRPr sz="7935" kern="1200">
          <a:solidFill>
            <a:schemeClr val="tx1"/>
          </a:solidFill>
          <a:latin typeface="+mn-lt"/>
          <a:ea typeface="+mn-ea"/>
          <a:cs typeface="+mn-cs"/>
        </a:defRPr>
      </a:lvl4pPr>
      <a:lvl5pPr marL="8061929" algn="l" defTabSz="4030965" rtl="0" eaLnBrk="1" latinLnBrk="0" hangingPunct="1">
        <a:defRPr sz="7935" kern="1200">
          <a:solidFill>
            <a:schemeClr val="tx1"/>
          </a:solidFill>
          <a:latin typeface="+mn-lt"/>
          <a:ea typeface="+mn-ea"/>
          <a:cs typeface="+mn-cs"/>
        </a:defRPr>
      </a:lvl5pPr>
      <a:lvl6pPr marL="10077413" algn="l" defTabSz="4030965" rtl="0" eaLnBrk="1" latinLnBrk="0" hangingPunct="1">
        <a:defRPr sz="7935" kern="1200">
          <a:solidFill>
            <a:schemeClr val="tx1"/>
          </a:solidFill>
          <a:latin typeface="+mn-lt"/>
          <a:ea typeface="+mn-ea"/>
          <a:cs typeface="+mn-cs"/>
        </a:defRPr>
      </a:lvl6pPr>
      <a:lvl7pPr marL="12092894" algn="l" defTabSz="4030965" rtl="0" eaLnBrk="1" latinLnBrk="0" hangingPunct="1">
        <a:defRPr sz="7935" kern="1200">
          <a:solidFill>
            <a:schemeClr val="tx1"/>
          </a:solidFill>
          <a:latin typeface="+mn-lt"/>
          <a:ea typeface="+mn-ea"/>
          <a:cs typeface="+mn-cs"/>
        </a:defRPr>
      </a:lvl7pPr>
      <a:lvl8pPr marL="14108375" algn="l" defTabSz="4030965" rtl="0" eaLnBrk="1" latinLnBrk="0" hangingPunct="1">
        <a:defRPr sz="7935" kern="1200">
          <a:solidFill>
            <a:schemeClr val="tx1"/>
          </a:solidFill>
          <a:latin typeface="+mn-lt"/>
          <a:ea typeface="+mn-ea"/>
          <a:cs typeface="+mn-cs"/>
        </a:defRPr>
      </a:lvl8pPr>
      <a:lvl9pPr marL="16123859" algn="l" defTabSz="4030965" rtl="0" eaLnBrk="1" latinLnBrk="0" hangingPunct="1">
        <a:defRPr sz="79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 name="Picture 138" descr="A diagram of a process&#10;&#10;AI-generated content may be incorrect.">
            <a:extLst>
              <a:ext uri="{FF2B5EF4-FFF2-40B4-BE49-F238E27FC236}">
                <a16:creationId xmlns:a16="http://schemas.microsoft.com/office/drawing/2014/main" id="{9B00C300-EA0C-54E1-74B6-6C92645DE2C5}"/>
              </a:ext>
            </a:extLst>
          </p:cNvPr>
          <p:cNvPicPr>
            <a:picLocks noChangeAspect="1"/>
          </p:cNvPicPr>
          <p:nvPr/>
        </p:nvPicPr>
        <p:blipFill>
          <a:blip r:embed="rId3"/>
          <a:srcRect t="5291" b="6350"/>
          <a:stretch/>
        </p:blipFill>
        <p:spPr>
          <a:xfrm>
            <a:off x="912536" y="15411858"/>
            <a:ext cx="8775854" cy="3630330"/>
          </a:xfrm>
          <a:prstGeom prst="rect">
            <a:avLst/>
          </a:prstGeom>
        </p:spPr>
      </p:pic>
      <p:pic>
        <p:nvPicPr>
          <p:cNvPr id="123" name="Picture 122" descr="A blue dots and lines&#10;&#10;AI-generated content may be incorrect.">
            <a:extLst>
              <a:ext uri="{FF2B5EF4-FFF2-40B4-BE49-F238E27FC236}">
                <a16:creationId xmlns:a16="http://schemas.microsoft.com/office/drawing/2014/main" id="{81E9DE71-86D6-C31B-CCA5-9095893F1704}"/>
              </a:ext>
            </a:extLst>
          </p:cNvPr>
          <p:cNvPicPr>
            <a:picLocks noChangeAspect="1"/>
          </p:cNvPicPr>
          <p:nvPr/>
        </p:nvPicPr>
        <p:blipFill>
          <a:blip r:embed="rId4"/>
          <a:stretch>
            <a:fillRect/>
          </a:stretch>
        </p:blipFill>
        <p:spPr>
          <a:xfrm>
            <a:off x="16898949" y="8292693"/>
            <a:ext cx="3953979" cy="2351604"/>
          </a:xfrm>
          <a:prstGeom prst="rect">
            <a:avLst/>
          </a:prstGeom>
        </p:spPr>
      </p:pic>
      <p:sp>
        <p:nvSpPr>
          <p:cNvPr id="2" name="Text Placeholder 1">
            <a:extLst>
              <a:ext uri="{FF2B5EF4-FFF2-40B4-BE49-F238E27FC236}">
                <a16:creationId xmlns:a16="http://schemas.microsoft.com/office/drawing/2014/main" id="{1264874F-4C35-5750-4B42-6241EA544A15}"/>
              </a:ext>
            </a:extLst>
          </p:cNvPr>
          <p:cNvSpPr>
            <a:spLocks noGrp="1"/>
          </p:cNvSpPr>
          <p:nvPr>
            <p:ph type="body" sz="quarter" idx="10"/>
          </p:nvPr>
        </p:nvSpPr>
        <p:spPr>
          <a:xfrm>
            <a:off x="4520940" y="872127"/>
            <a:ext cx="16373104" cy="3349486"/>
          </a:xfrm>
        </p:spPr>
        <p:txBody>
          <a:bodyPr>
            <a:normAutofit fontScale="92500" lnSpcReduction="10000"/>
          </a:bodyPr>
          <a:lstStyle/>
          <a:p>
            <a:r>
              <a:rPr lang="en-GB" sz="8787" dirty="0">
                <a:solidFill>
                  <a:schemeClr val="bg1"/>
                </a:solidFill>
              </a:rPr>
              <a:t>Optimising the Locations of Police Vehicles Across Devon and Cornwall</a:t>
            </a:r>
          </a:p>
          <a:p>
            <a:pPr>
              <a:spcBef>
                <a:spcPts val="2396"/>
              </a:spcBef>
            </a:pPr>
            <a:r>
              <a:rPr lang="en-GB" sz="7191" dirty="0">
                <a:solidFill>
                  <a:schemeClr val="bg1"/>
                </a:solidFill>
              </a:rPr>
              <a:t>Matt Trenchard</a:t>
            </a:r>
          </a:p>
        </p:txBody>
      </p:sp>
      <p:sp>
        <p:nvSpPr>
          <p:cNvPr id="3" name="TextBox 2">
            <a:extLst>
              <a:ext uri="{FF2B5EF4-FFF2-40B4-BE49-F238E27FC236}">
                <a16:creationId xmlns:a16="http://schemas.microsoft.com/office/drawing/2014/main" id="{0E50A9A6-6301-014E-E5B0-C4B43DB2E2D6}"/>
              </a:ext>
            </a:extLst>
          </p:cNvPr>
          <p:cNvSpPr txBox="1"/>
          <p:nvPr/>
        </p:nvSpPr>
        <p:spPr>
          <a:xfrm>
            <a:off x="461607" y="6611828"/>
            <a:ext cx="19698365" cy="830997"/>
          </a:xfrm>
          <a:prstGeom prst="rect">
            <a:avLst/>
          </a:prstGeom>
          <a:noFill/>
        </p:spPr>
        <p:txBody>
          <a:bodyPr wrap="square" rtlCol="0">
            <a:spAutoFit/>
          </a:bodyPr>
          <a:lstStyle/>
          <a:p>
            <a:r>
              <a:rPr lang="en-GB" sz="4800" b="1" dirty="0">
                <a:solidFill>
                  <a:srgbClr val="003D3C"/>
                </a:solidFill>
              </a:rPr>
              <a:t>Data Source</a:t>
            </a:r>
          </a:p>
        </p:txBody>
      </p:sp>
      <p:pic>
        <p:nvPicPr>
          <p:cNvPr id="18" name="Picture 17">
            <a:extLst>
              <a:ext uri="{FF2B5EF4-FFF2-40B4-BE49-F238E27FC236}">
                <a16:creationId xmlns:a16="http://schemas.microsoft.com/office/drawing/2014/main" id="{F04398A2-0555-A10F-172B-D2414D52C754}"/>
              </a:ext>
            </a:extLst>
          </p:cNvPr>
          <p:cNvPicPr>
            <a:picLocks noChangeAspect="1"/>
          </p:cNvPicPr>
          <p:nvPr/>
        </p:nvPicPr>
        <p:blipFill>
          <a:blip r:embed="rId5"/>
          <a:stretch>
            <a:fillRect/>
          </a:stretch>
        </p:blipFill>
        <p:spPr>
          <a:xfrm>
            <a:off x="17388739" y="4468266"/>
            <a:ext cx="3473101" cy="3264849"/>
          </a:xfrm>
          <a:prstGeom prst="rect">
            <a:avLst/>
          </a:prstGeom>
        </p:spPr>
      </p:pic>
      <p:sp>
        <p:nvSpPr>
          <p:cNvPr id="19" name="Rectangle 18">
            <a:extLst>
              <a:ext uri="{FF2B5EF4-FFF2-40B4-BE49-F238E27FC236}">
                <a16:creationId xmlns:a16="http://schemas.microsoft.com/office/drawing/2014/main" id="{936F2DCA-9551-8ED2-240F-052C39C832AD}"/>
              </a:ext>
            </a:extLst>
          </p:cNvPr>
          <p:cNvSpPr/>
          <p:nvPr/>
        </p:nvSpPr>
        <p:spPr>
          <a:xfrm>
            <a:off x="10550536" y="11334863"/>
            <a:ext cx="10833092" cy="282559"/>
          </a:xfrm>
          <a:prstGeom prst="rect">
            <a:avLst/>
          </a:prstGeom>
          <a:solidFill>
            <a:srgbClr val="003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797" dirty="0"/>
          </a:p>
        </p:txBody>
      </p:sp>
      <p:sp>
        <p:nvSpPr>
          <p:cNvPr id="23" name="TextBox 22">
            <a:extLst>
              <a:ext uri="{FF2B5EF4-FFF2-40B4-BE49-F238E27FC236}">
                <a16:creationId xmlns:a16="http://schemas.microsoft.com/office/drawing/2014/main" id="{6E772D3B-D392-BC5F-072E-02C8C9DB4A8A}"/>
              </a:ext>
            </a:extLst>
          </p:cNvPr>
          <p:cNvSpPr txBox="1"/>
          <p:nvPr/>
        </p:nvSpPr>
        <p:spPr>
          <a:xfrm>
            <a:off x="530697" y="9747693"/>
            <a:ext cx="9157693" cy="2525820"/>
          </a:xfrm>
          <a:prstGeom prst="rect">
            <a:avLst/>
          </a:prstGeom>
          <a:noFill/>
        </p:spPr>
        <p:txBody>
          <a:bodyPr wrap="square" rtlCol="0">
            <a:spAutoFit/>
          </a:bodyPr>
          <a:lstStyle/>
          <a:p>
            <a:r>
              <a:rPr lang="en-GB" sz="3106" b="1" dirty="0"/>
              <a:t>Police.uk</a:t>
            </a:r>
          </a:p>
          <a:p>
            <a:pPr marL="484395" indent="-484395">
              <a:buFont typeface="Arial" panose="020B0604020202020204" pitchFamily="34" charset="0"/>
              <a:buChar char="•"/>
            </a:pPr>
            <a:r>
              <a:rPr lang="en-GB" sz="3106" dirty="0"/>
              <a:t>Used to acquire the location and frequency of incidents that would require police attendance.</a:t>
            </a:r>
          </a:p>
          <a:p>
            <a:pPr marL="484395" indent="-484395">
              <a:buFont typeface="Arial" panose="020B0604020202020204" pitchFamily="34" charset="0"/>
              <a:buChar char="•"/>
            </a:pPr>
            <a:r>
              <a:rPr lang="en-GB" sz="3106" dirty="0"/>
              <a:t>Ran under the Open Government licence which means the data is official and free</a:t>
            </a:r>
            <a:r>
              <a:rPr lang="en-GB" sz="3390" dirty="0"/>
              <a:t>.</a:t>
            </a:r>
          </a:p>
        </p:txBody>
      </p:sp>
      <p:sp>
        <p:nvSpPr>
          <p:cNvPr id="41" name="TextBox 40">
            <a:extLst>
              <a:ext uri="{FF2B5EF4-FFF2-40B4-BE49-F238E27FC236}">
                <a16:creationId xmlns:a16="http://schemas.microsoft.com/office/drawing/2014/main" id="{6E7537D3-C4F0-E5A1-0379-1A5F6DDB22F8}"/>
              </a:ext>
            </a:extLst>
          </p:cNvPr>
          <p:cNvSpPr txBox="1"/>
          <p:nvPr/>
        </p:nvSpPr>
        <p:spPr>
          <a:xfrm>
            <a:off x="452964" y="7412502"/>
            <a:ext cx="10156902" cy="2482090"/>
          </a:xfrm>
          <a:prstGeom prst="rect">
            <a:avLst/>
          </a:prstGeom>
          <a:noFill/>
        </p:spPr>
        <p:txBody>
          <a:bodyPr wrap="square" rtlCol="0">
            <a:spAutoFit/>
          </a:bodyPr>
          <a:lstStyle/>
          <a:p>
            <a:r>
              <a:rPr lang="en-GB" sz="3106" b="1" dirty="0"/>
              <a:t>OSM (OpenStreetMap)</a:t>
            </a:r>
          </a:p>
          <a:p>
            <a:pPr marL="605494" indent="-605494">
              <a:buFont typeface="Arial" panose="020B0604020202020204" pitchFamily="34" charset="0"/>
              <a:buChar char="•"/>
            </a:pPr>
            <a:r>
              <a:rPr lang="en-GB" sz="3106" dirty="0"/>
              <a:t>Used to retrieve road networks and police base locations.</a:t>
            </a:r>
          </a:p>
          <a:p>
            <a:pPr marL="605494" indent="-605494">
              <a:buFont typeface="Arial" panose="020B0604020202020204" pitchFamily="34" charset="0"/>
              <a:buChar char="•"/>
            </a:pPr>
            <a:r>
              <a:rPr lang="en-GB" sz="3106" dirty="0"/>
              <a:t>Open source and free.</a:t>
            </a:r>
          </a:p>
          <a:p>
            <a:pPr marL="605494" indent="-605494">
              <a:buFont typeface="Arial" panose="020B0604020202020204" pitchFamily="34" charset="0"/>
              <a:buChar char="•"/>
            </a:pPr>
            <a:r>
              <a:rPr lang="en-GB" sz="3106" dirty="0"/>
              <a:t>Backed by major corporations (Microsoft, Meta, etc…)</a:t>
            </a:r>
          </a:p>
          <a:p>
            <a:pPr marL="605494" indent="-605494">
              <a:buFont typeface="Arial" panose="020B0604020202020204" pitchFamily="34" charset="0"/>
              <a:buChar char="•"/>
            </a:pPr>
            <a:r>
              <a:rPr lang="en-GB" sz="3106" dirty="0"/>
              <a:t>Community driven so there is potential  for errors.</a:t>
            </a:r>
          </a:p>
        </p:txBody>
      </p:sp>
      <p:sp>
        <p:nvSpPr>
          <p:cNvPr id="60" name="TextBox 59">
            <a:extLst>
              <a:ext uri="{FF2B5EF4-FFF2-40B4-BE49-F238E27FC236}">
                <a16:creationId xmlns:a16="http://schemas.microsoft.com/office/drawing/2014/main" id="{7EA9EFBD-3D54-3723-4D8F-ECAED5C99B22}"/>
              </a:ext>
            </a:extLst>
          </p:cNvPr>
          <p:cNvSpPr txBox="1"/>
          <p:nvPr/>
        </p:nvSpPr>
        <p:spPr>
          <a:xfrm>
            <a:off x="10479578" y="6834724"/>
            <a:ext cx="6327965" cy="4393895"/>
          </a:xfrm>
          <a:prstGeom prst="rect">
            <a:avLst/>
          </a:prstGeom>
          <a:noFill/>
        </p:spPr>
        <p:txBody>
          <a:bodyPr wrap="square" rtlCol="0">
            <a:spAutoFit/>
          </a:bodyPr>
          <a:lstStyle/>
          <a:p>
            <a:r>
              <a:rPr lang="en-GB" sz="3106" b="1" dirty="0"/>
              <a:t>Processed Graph</a:t>
            </a:r>
          </a:p>
          <a:p>
            <a:pPr marL="484395" indent="-484395">
              <a:buFont typeface="Arial" panose="020B0604020202020204" pitchFamily="34" charset="0"/>
              <a:buChar char="•"/>
            </a:pPr>
            <a:r>
              <a:rPr lang="en-GB" sz="3106" dirty="0"/>
              <a:t>The data from OSM and Police.uk is read, processed and then combined in a weighted graph data structure.</a:t>
            </a:r>
          </a:p>
          <a:p>
            <a:pPr marL="484395" indent="-484395">
              <a:buFont typeface="Arial" panose="020B0604020202020204" pitchFamily="34" charset="0"/>
              <a:buChar char="•"/>
            </a:pPr>
            <a:r>
              <a:rPr lang="en-GB" sz="3106" dirty="0"/>
              <a:t>To improve the execution speed of the simulation, and to reduce storage space, the graph is pruned of many unnecessary nodes.</a:t>
            </a:r>
          </a:p>
        </p:txBody>
      </p:sp>
      <p:sp>
        <p:nvSpPr>
          <p:cNvPr id="111" name="Rectangle 110">
            <a:extLst>
              <a:ext uri="{FF2B5EF4-FFF2-40B4-BE49-F238E27FC236}">
                <a16:creationId xmlns:a16="http://schemas.microsoft.com/office/drawing/2014/main" id="{B80DC802-7E0B-88EB-36D4-C4154138A0AA}"/>
              </a:ext>
            </a:extLst>
          </p:cNvPr>
          <p:cNvSpPr/>
          <p:nvPr/>
        </p:nvSpPr>
        <p:spPr>
          <a:xfrm rot="5400000">
            <a:off x="5088326" y="16797074"/>
            <a:ext cx="11206979" cy="282559"/>
          </a:xfrm>
          <a:prstGeom prst="rect">
            <a:avLst/>
          </a:prstGeom>
          <a:solidFill>
            <a:srgbClr val="003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797" dirty="0"/>
          </a:p>
        </p:txBody>
      </p:sp>
      <p:sp>
        <p:nvSpPr>
          <p:cNvPr id="112" name="TextBox 111">
            <a:extLst>
              <a:ext uri="{FF2B5EF4-FFF2-40B4-BE49-F238E27FC236}">
                <a16:creationId xmlns:a16="http://schemas.microsoft.com/office/drawing/2014/main" id="{14031938-ED31-904B-9445-C6200B3FAC71}"/>
              </a:ext>
            </a:extLst>
          </p:cNvPr>
          <p:cNvSpPr txBox="1"/>
          <p:nvPr/>
        </p:nvSpPr>
        <p:spPr>
          <a:xfrm>
            <a:off x="495146" y="12443779"/>
            <a:ext cx="19698365" cy="830997"/>
          </a:xfrm>
          <a:prstGeom prst="rect">
            <a:avLst/>
          </a:prstGeom>
          <a:noFill/>
        </p:spPr>
        <p:txBody>
          <a:bodyPr wrap="square" rtlCol="0">
            <a:spAutoFit/>
          </a:bodyPr>
          <a:lstStyle/>
          <a:p>
            <a:r>
              <a:rPr lang="en-GB" sz="4800" b="1" dirty="0">
                <a:solidFill>
                  <a:srgbClr val="003D3C"/>
                </a:solidFill>
              </a:rPr>
              <a:t>Simulation</a:t>
            </a:r>
          </a:p>
        </p:txBody>
      </p:sp>
      <p:cxnSp>
        <p:nvCxnSpPr>
          <p:cNvPr id="114" name="Straight Arrow Connector 113">
            <a:extLst>
              <a:ext uri="{FF2B5EF4-FFF2-40B4-BE49-F238E27FC236}">
                <a16:creationId xmlns:a16="http://schemas.microsoft.com/office/drawing/2014/main" id="{37919293-E013-86E4-BAF8-0BD06AF72220}"/>
              </a:ext>
            </a:extLst>
          </p:cNvPr>
          <p:cNvCxnSpPr>
            <a:cxnSpLocks/>
          </p:cNvCxnSpPr>
          <p:nvPr/>
        </p:nvCxnSpPr>
        <p:spPr>
          <a:xfrm>
            <a:off x="19125289" y="7740753"/>
            <a:ext cx="0" cy="633990"/>
          </a:xfrm>
          <a:prstGeom prst="straightConnector1">
            <a:avLst/>
          </a:prstGeom>
          <a:ln w="88900">
            <a:tailEnd type="triangle"/>
          </a:ln>
        </p:spPr>
        <p:style>
          <a:lnRef idx="3">
            <a:schemeClr val="dk1"/>
          </a:lnRef>
          <a:fillRef idx="0">
            <a:schemeClr val="dk1"/>
          </a:fillRef>
          <a:effectRef idx="2">
            <a:schemeClr val="dk1"/>
          </a:effectRef>
          <a:fontRef idx="minor">
            <a:schemeClr val="tx1"/>
          </a:fontRef>
        </p:style>
      </p:cxnSp>
      <p:sp>
        <p:nvSpPr>
          <p:cNvPr id="125" name="TextBox 124">
            <a:extLst>
              <a:ext uri="{FF2B5EF4-FFF2-40B4-BE49-F238E27FC236}">
                <a16:creationId xmlns:a16="http://schemas.microsoft.com/office/drawing/2014/main" id="{0F97E752-44D7-F11D-27AC-CA7061973D73}"/>
              </a:ext>
            </a:extLst>
          </p:cNvPr>
          <p:cNvSpPr txBox="1"/>
          <p:nvPr/>
        </p:nvSpPr>
        <p:spPr>
          <a:xfrm>
            <a:off x="481051" y="13079716"/>
            <a:ext cx="10128815" cy="3656065"/>
          </a:xfrm>
          <a:prstGeom prst="rect">
            <a:avLst/>
          </a:prstGeom>
          <a:noFill/>
        </p:spPr>
        <p:txBody>
          <a:bodyPr wrap="square" rtlCol="0">
            <a:spAutoFit/>
          </a:bodyPr>
          <a:lstStyle/>
          <a:p>
            <a:r>
              <a:rPr lang="en-GB" sz="3106" dirty="0"/>
              <a:t>A discrete event simulation (DES) was developed which can be used to measure the performance of different vehicle positioning sets. The simulation is run on the processed graph structure and police responses are modelled by spawning incidents and then dispatching vehicles. </a:t>
            </a:r>
          </a:p>
          <a:p>
            <a:endParaRPr lang="en-GB" sz="2543" dirty="0"/>
          </a:p>
          <a:p>
            <a:endParaRPr lang="en-GB" sz="2543" dirty="0"/>
          </a:p>
          <a:p>
            <a:endParaRPr lang="en-GB" sz="2543" dirty="0"/>
          </a:p>
        </p:txBody>
      </p:sp>
      <p:sp>
        <p:nvSpPr>
          <p:cNvPr id="131" name="TextBox 130">
            <a:extLst>
              <a:ext uri="{FF2B5EF4-FFF2-40B4-BE49-F238E27FC236}">
                <a16:creationId xmlns:a16="http://schemas.microsoft.com/office/drawing/2014/main" id="{01CF9241-8C9E-79A4-E0DE-F132BE6C6ABA}"/>
              </a:ext>
            </a:extLst>
          </p:cNvPr>
          <p:cNvSpPr txBox="1"/>
          <p:nvPr/>
        </p:nvSpPr>
        <p:spPr>
          <a:xfrm>
            <a:off x="560385" y="19458386"/>
            <a:ext cx="9990147" cy="2960041"/>
          </a:xfrm>
          <a:prstGeom prst="rect">
            <a:avLst/>
          </a:prstGeom>
          <a:noFill/>
        </p:spPr>
        <p:txBody>
          <a:bodyPr wrap="square">
            <a:spAutoFit/>
          </a:bodyPr>
          <a:lstStyle/>
          <a:p>
            <a:r>
              <a:rPr lang="en-GB" sz="3106" dirty="0"/>
              <a:t>One of the key goals of this project was to prove that simulation models can be both </a:t>
            </a:r>
            <a:r>
              <a:rPr lang="en-GB" sz="3106" b="1" dirty="0"/>
              <a:t>realistic</a:t>
            </a:r>
            <a:r>
              <a:rPr lang="en-GB" sz="3106" dirty="0"/>
              <a:t> and </a:t>
            </a:r>
            <a:r>
              <a:rPr lang="en-GB" sz="3106" b="1" dirty="0"/>
              <a:t>efficient. </a:t>
            </a:r>
            <a:r>
              <a:rPr lang="en-GB" sz="3106" dirty="0"/>
              <a:t>Therefore, many design choices were made to maximise the simulation’s execution speed. This includes: using the Rust language, maximising use of direct access data structures, caching repeated calculations, and much more.</a:t>
            </a:r>
          </a:p>
        </p:txBody>
      </p:sp>
      <p:sp>
        <p:nvSpPr>
          <p:cNvPr id="140" name="TextBox 139">
            <a:extLst>
              <a:ext uri="{FF2B5EF4-FFF2-40B4-BE49-F238E27FC236}">
                <a16:creationId xmlns:a16="http://schemas.microsoft.com/office/drawing/2014/main" id="{6240611B-A5AD-1B60-F8BF-C03971EBEEE9}"/>
              </a:ext>
            </a:extLst>
          </p:cNvPr>
          <p:cNvSpPr txBox="1"/>
          <p:nvPr/>
        </p:nvSpPr>
        <p:spPr>
          <a:xfrm>
            <a:off x="10968787" y="11722076"/>
            <a:ext cx="19698365" cy="830997"/>
          </a:xfrm>
          <a:prstGeom prst="rect">
            <a:avLst/>
          </a:prstGeom>
          <a:noFill/>
        </p:spPr>
        <p:txBody>
          <a:bodyPr wrap="square" rtlCol="0">
            <a:spAutoFit/>
          </a:bodyPr>
          <a:lstStyle/>
          <a:p>
            <a:r>
              <a:rPr lang="en-GB" sz="4800" b="1" dirty="0">
                <a:solidFill>
                  <a:srgbClr val="003D3C"/>
                </a:solidFill>
              </a:rPr>
              <a:t>Genetic Algorithm (GA)</a:t>
            </a:r>
          </a:p>
        </p:txBody>
      </p:sp>
      <p:sp>
        <p:nvSpPr>
          <p:cNvPr id="142" name="TextBox 141">
            <a:extLst>
              <a:ext uri="{FF2B5EF4-FFF2-40B4-BE49-F238E27FC236}">
                <a16:creationId xmlns:a16="http://schemas.microsoft.com/office/drawing/2014/main" id="{21930491-439A-EEDD-7CAB-63EC8FB9D154}"/>
              </a:ext>
            </a:extLst>
          </p:cNvPr>
          <p:cNvSpPr txBox="1"/>
          <p:nvPr/>
        </p:nvSpPr>
        <p:spPr>
          <a:xfrm>
            <a:off x="11014637" y="12487970"/>
            <a:ext cx="9596843" cy="9492599"/>
          </a:xfrm>
          <a:prstGeom prst="rect">
            <a:avLst/>
          </a:prstGeom>
          <a:noFill/>
        </p:spPr>
        <p:txBody>
          <a:bodyPr wrap="square" rtlCol="0">
            <a:spAutoFit/>
          </a:bodyPr>
          <a:lstStyle/>
          <a:p>
            <a:r>
              <a:rPr lang="en-GB" sz="3106" dirty="0"/>
              <a:t>Genetic algorithms are based on the theory of natural selection. A large population of solutions is generated and then 3 key phases </a:t>
            </a:r>
            <a:r>
              <a:rPr lang="en-GB" sz="3200" dirty="0"/>
              <a:t>are</a:t>
            </a:r>
            <a:r>
              <a:rPr lang="en-GB" sz="3106" dirty="0"/>
              <a:t> repeatedly used to try to find optimal solutions. My GA represents solutions as a list of integers, where index </a:t>
            </a:r>
            <a:r>
              <a:rPr lang="en-GB" sz="3106" i="1" dirty="0"/>
              <a:t>n</a:t>
            </a:r>
            <a:r>
              <a:rPr lang="en-GB" sz="3106" dirty="0"/>
              <a:t> is the number of vehicles to be based at police station </a:t>
            </a:r>
            <a:r>
              <a:rPr lang="en-GB" sz="3106" i="1" dirty="0"/>
              <a:t>n</a:t>
            </a:r>
            <a:r>
              <a:rPr lang="en-GB" sz="3106" dirty="0"/>
              <a:t>.</a:t>
            </a:r>
          </a:p>
          <a:p>
            <a:pPr marL="403660" indent="-403660">
              <a:buFont typeface="Arial" panose="020B0604020202020204" pitchFamily="34" charset="0"/>
              <a:buChar char="•"/>
            </a:pPr>
            <a:r>
              <a:rPr lang="en-GB" sz="3106" b="1" dirty="0"/>
              <a:t>Selection – </a:t>
            </a:r>
            <a:r>
              <a:rPr lang="en-GB" sz="3106" dirty="0"/>
              <a:t>The process of choosing solutions based on their fitness score. In this case a solution’s fitness is the average response time it produces when tested by the simulation, and selection is done via a tournament.</a:t>
            </a:r>
            <a:endParaRPr lang="en-GB" sz="3106" b="1" dirty="0"/>
          </a:p>
          <a:p>
            <a:pPr marL="403660" indent="-403660">
              <a:buFont typeface="Arial" panose="020B0604020202020204" pitchFamily="34" charset="0"/>
              <a:buChar char="•"/>
            </a:pPr>
            <a:r>
              <a:rPr lang="en-GB" sz="3106" b="1" dirty="0"/>
              <a:t>Crossover – </a:t>
            </a:r>
            <a:r>
              <a:rPr lang="en-GB" sz="3106" dirty="0"/>
              <a:t>The process of creating new solutions by ‘breeding’ the selected ones. My GA uses n-point crossover, which involves the use of a random binary mask to combine two solutions.</a:t>
            </a:r>
            <a:endParaRPr lang="en-GB" sz="3106" b="1" dirty="0"/>
          </a:p>
          <a:p>
            <a:pPr marL="403660" indent="-403660">
              <a:buFont typeface="Arial" panose="020B0604020202020204" pitchFamily="34" charset="0"/>
              <a:buChar char="•"/>
            </a:pPr>
            <a:r>
              <a:rPr lang="en-GB" sz="3106" b="1" dirty="0"/>
              <a:t>Mutation – </a:t>
            </a:r>
            <a:r>
              <a:rPr lang="en-GB" sz="3106" dirty="0"/>
              <a:t>The process of randomly altering solutions to explore new areas of the solution space. My GA does this by randomly reassigning 1 or more vehicle(s) to a different location.</a:t>
            </a:r>
            <a:endParaRPr lang="en-GB" sz="3106" b="1" dirty="0"/>
          </a:p>
          <a:p>
            <a:endParaRPr lang="en-GB" sz="2543" dirty="0"/>
          </a:p>
          <a:p>
            <a:endParaRPr lang="en-GB" sz="2543" dirty="0"/>
          </a:p>
        </p:txBody>
      </p:sp>
      <p:sp>
        <p:nvSpPr>
          <p:cNvPr id="4" name="Rectangle 3">
            <a:extLst>
              <a:ext uri="{FF2B5EF4-FFF2-40B4-BE49-F238E27FC236}">
                <a16:creationId xmlns:a16="http://schemas.microsoft.com/office/drawing/2014/main" id="{2A77B803-BA60-AD3D-A378-2DBFCCCA4660}"/>
              </a:ext>
            </a:extLst>
          </p:cNvPr>
          <p:cNvSpPr/>
          <p:nvPr/>
        </p:nvSpPr>
        <p:spPr>
          <a:xfrm>
            <a:off x="2" y="22383093"/>
            <a:ext cx="10833089" cy="282559"/>
          </a:xfrm>
          <a:prstGeom prst="rect">
            <a:avLst/>
          </a:prstGeom>
          <a:solidFill>
            <a:srgbClr val="003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797" dirty="0"/>
          </a:p>
        </p:txBody>
      </p:sp>
      <p:sp>
        <p:nvSpPr>
          <p:cNvPr id="5" name="TextBox 4">
            <a:extLst>
              <a:ext uri="{FF2B5EF4-FFF2-40B4-BE49-F238E27FC236}">
                <a16:creationId xmlns:a16="http://schemas.microsoft.com/office/drawing/2014/main" id="{3749BDE3-2643-21AF-F972-859ED9AD31D1}"/>
              </a:ext>
            </a:extLst>
          </p:cNvPr>
          <p:cNvSpPr txBox="1"/>
          <p:nvPr/>
        </p:nvSpPr>
        <p:spPr>
          <a:xfrm>
            <a:off x="501052" y="22544310"/>
            <a:ext cx="3883163" cy="830997"/>
          </a:xfrm>
          <a:prstGeom prst="rect">
            <a:avLst/>
          </a:prstGeom>
          <a:noFill/>
        </p:spPr>
        <p:txBody>
          <a:bodyPr wrap="square" rtlCol="0">
            <a:spAutoFit/>
          </a:bodyPr>
          <a:lstStyle/>
          <a:p>
            <a:r>
              <a:rPr lang="en-GB" sz="4800" b="1" dirty="0">
                <a:solidFill>
                  <a:srgbClr val="003D3C"/>
                </a:solidFill>
              </a:rPr>
              <a:t>Results</a:t>
            </a:r>
          </a:p>
        </p:txBody>
      </p:sp>
      <p:pic>
        <p:nvPicPr>
          <p:cNvPr id="7" name="Picture 6">
            <a:extLst>
              <a:ext uri="{FF2B5EF4-FFF2-40B4-BE49-F238E27FC236}">
                <a16:creationId xmlns:a16="http://schemas.microsoft.com/office/drawing/2014/main" id="{223837C1-72E2-55DB-BE04-0A8E609B2844}"/>
              </a:ext>
            </a:extLst>
          </p:cNvPr>
          <p:cNvPicPr>
            <a:picLocks noChangeAspect="1"/>
          </p:cNvPicPr>
          <p:nvPr/>
        </p:nvPicPr>
        <p:blipFill>
          <a:blip r:embed="rId6"/>
          <a:srcRect t="8435"/>
          <a:stretch/>
        </p:blipFill>
        <p:spPr>
          <a:xfrm>
            <a:off x="481051" y="23722427"/>
            <a:ext cx="5898019" cy="4892259"/>
          </a:xfrm>
          <a:prstGeom prst="rect">
            <a:avLst/>
          </a:prstGeom>
        </p:spPr>
      </p:pic>
      <p:sp>
        <p:nvSpPr>
          <p:cNvPr id="9" name="Rectangle 8">
            <a:extLst>
              <a:ext uri="{FF2B5EF4-FFF2-40B4-BE49-F238E27FC236}">
                <a16:creationId xmlns:a16="http://schemas.microsoft.com/office/drawing/2014/main" id="{F0E97E32-2916-6EB4-95FD-E4CB683581C9}"/>
              </a:ext>
            </a:extLst>
          </p:cNvPr>
          <p:cNvSpPr/>
          <p:nvPr/>
        </p:nvSpPr>
        <p:spPr>
          <a:xfrm>
            <a:off x="10550538" y="21145498"/>
            <a:ext cx="10833089" cy="282559"/>
          </a:xfrm>
          <a:prstGeom prst="rect">
            <a:avLst/>
          </a:prstGeom>
          <a:solidFill>
            <a:srgbClr val="003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797" dirty="0"/>
          </a:p>
        </p:txBody>
      </p:sp>
      <p:pic>
        <p:nvPicPr>
          <p:cNvPr id="11" name="Picture 10">
            <a:extLst>
              <a:ext uri="{FF2B5EF4-FFF2-40B4-BE49-F238E27FC236}">
                <a16:creationId xmlns:a16="http://schemas.microsoft.com/office/drawing/2014/main" id="{5AFE904D-A35E-F5F1-9CDC-631605D528BC}"/>
              </a:ext>
            </a:extLst>
          </p:cNvPr>
          <p:cNvPicPr>
            <a:picLocks noChangeAspect="1"/>
          </p:cNvPicPr>
          <p:nvPr/>
        </p:nvPicPr>
        <p:blipFill>
          <a:blip r:embed="rId7"/>
          <a:stretch>
            <a:fillRect/>
          </a:stretch>
        </p:blipFill>
        <p:spPr>
          <a:xfrm>
            <a:off x="12142723" y="21428057"/>
            <a:ext cx="8726298" cy="7575679"/>
          </a:xfrm>
          <a:prstGeom prst="rect">
            <a:avLst/>
          </a:prstGeom>
        </p:spPr>
      </p:pic>
      <p:sp>
        <p:nvSpPr>
          <p:cNvPr id="13" name="TextBox 12">
            <a:extLst>
              <a:ext uri="{FF2B5EF4-FFF2-40B4-BE49-F238E27FC236}">
                <a16:creationId xmlns:a16="http://schemas.microsoft.com/office/drawing/2014/main" id="{D91E06FB-A21E-F808-0FAC-65307596157A}"/>
              </a:ext>
            </a:extLst>
          </p:cNvPr>
          <p:cNvSpPr txBox="1"/>
          <p:nvPr/>
        </p:nvSpPr>
        <p:spPr>
          <a:xfrm>
            <a:off x="6397259" y="22862711"/>
            <a:ext cx="5702748" cy="6783652"/>
          </a:xfrm>
          <a:prstGeom prst="rect">
            <a:avLst/>
          </a:prstGeom>
          <a:noFill/>
        </p:spPr>
        <p:txBody>
          <a:bodyPr wrap="square">
            <a:spAutoFit/>
          </a:bodyPr>
          <a:lstStyle/>
          <a:p>
            <a:pPr marL="403660" indent="-403660">
              <a:buFont typeface="Arial" panose="020B0604020202020204" pitchFamily="34" charset="0"/>
              <a:buChar char="•"/>
            </a:pPr>
            <a:r>
              <a:rPr lang="en-GB" sz="3106" dirty="0"/>
              <a:t>Combination of 10 independent GA runs, each training on a random spread of incidents.</a:t>
            </a:r>
          </a:p>
          <a:p>
            <a:pPr marL="403660" indent="-403660">
              <a:buFont typeface="Arial" panose="020B0604020202020204" pitchFamily="34" charset="0"/>
              <a:buChar char="•"/>
            </a:pPr>
            <a:r>
              <a:rPr lang="en-GB" sz="3106" dirty="0"/>
              <a:t>Simulations covered 72 hours with a 60 second timestep and used 100 vehicles.</a:t>
            </a:r>
          </a:p>
          <a:p>
            <a:pPr marL="403660" indent="-403660">
              <a:buFont typeface="Arial" panose="020B0604020202020204" pitchFamily="34" charset="0"/>
              <a:buChar char="•"/>
            </a:pPr>
            <a:r>
              <a:rPr lang="en-GB" sz="3106" dirty="0"/>
              <a:t>Similar solutions were consistently reached.</a:t>
            </a:r>
          </a:p>
          <a:p>
            <a:pPr marL="403660" indent="-403660">
              <a:buFont typeface="Arial" panose="020B0604020202020204" pitchFamily="34" charset="0"/>
              <a:buChar char="•"/>
            </a:pPr>
            <a:r>
              <a:rPr lang="en-GB" sz="3106" dirty="0"/>
              <a:t>The GA generally improved average response time by about 70 seconds (~20%).</a:t>
            </a:r>
          </a:p>
          <a:p>
            <a:pPr marL="403660" indent="-403660">
              <a:buFont typeface="Arial" panose="020B0604020202020204" pitchFamily="34" charset="0"/>
              <a:buChar char="•"/>
            </a:pPr>
            <a:r>
              <a:rPr lang="en-GB" sz="3106" dirty="0"/>
              <a:t>Other experiments (i.e. additional vehicles) showed potential for the future.</a:t>
            </a:r>
          </a:p>
        </p:txBody>
      </p:sp>
      <p:sp>
        <p:nvSpPr>
          <p:cNvPr id="6" name="Rectangle 5">
            <a:extLst>
              <a:ext uri="{FF2B5EF4-FFF2-40B4-BE49-F238E27FC236}">
                <a16:creationId xmlns:a16="http://schemas.microsoft.com/office/drawing/2014/main" id="{3ED9B4BF-EB1B-D724-7D74-247290F44674}"/>
              </a:ext>
            </a:extLst>
          </p:cNvPr>
          <p:cNvSpPr/>
          <p:nvPr/>
        </p:nvSpPr>
        <p:spPr>
          <a:xfrm>
            <a:off x="321856" y="12229882"/>
            <a:ext cx="10426629" cy="282559"/>
          </a:xfrm>
          <a:prstGeom prst="rect">
            <a:avLst/>
          </a:prstGeom>
          <a:solidFill>
            <a:srgbClr val="003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797" dirty="0"/>
          </a:p>
        </p:txBody>
      </p:sp>
      <p:sp>
        <p:nvSpPr>
          <p:cNvPr id="14" name="Rectangle 13">
            <a:extLst>
              <a:ext uri="{FF2B5EF4-FFF2-40B4-BE49-F238E27FC236}">
                <a16:creationId xmlns:a16="http://schemas.microsoft.com/office/drawing/2014/main" id="{831C9207-FB21-CCF2-2818-8332D03B7964}"/>
              </a:ext>
            </a:extLst>
          </p:cNvPr>
          <p:cNvSpPr/>
          <p:nvPr/>
        </p:nvSpPr>
        <p:spPr>
          <a:xfrm>
            <a:off x="144781" y="6494495"/>
            <a:ext cx="17243958" cy="282559"/>
          </a:xfrm>
          <a:prstGeom prst="rect">
            <a:avLst/>
          </a:prstGeom>
          <a:solidFill>
            <a:srgbClr val="003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797" dirty="0"/>
          </a:p>
        </p:txBody>
      </p:sp>
      <p:sp>
        <p:nvSpPr>
          <p:cNvPr id="15" name="Rectangle 14">
            <a:extLst>
              <a:ext uri="{FF2B5EF4-FFF2-40B4-BE49-F238E27FC236}">
                <a16:creationId xmlns:a16="http://schemas.microsoft.com/office/drawing/2014/main" id="{4147F891-586D-9510-6EA2-E84FDCCEE3F8}"/>
              </a:ext>
            </a:extLst>
          </p:cNvPr>
          <p:cNvSpPr/>
          <p:nvPr/>
        </p:nvSpPr>
        <p:spPr>
          <a:xfrm rot="5400000">
            <a:off x="16093064" y="5463658"/>
            <a:ext cx="2308789" cy="282559"/>
          </a:xfrm>
          <a:prstGeom prst="rect">
            <a:avLst/>
          </a:prstGeom>
          <a:solidFill>
            <a:srgbClr val="003D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797" dirty="0"/>
          </a:p>
        </p:txBody>
      </p:sp>
      <p:sp>
        <p:nvSpPr>
          <p:cNvPr id="8" name="TextBox 7">
            <a:extLst>
              <a:ext uri="{FF2B5EF4-FFF2-40B4-BE49-F238E27FC236}">
                <a16:creationId xmlns:a16="http://schemas.microsoft.com/office/drawing/2014/main" id="{E849EFC8-C36A-1F3A-881F-9A7DC09EB819}"/>
              </a:ext>
            </a:extLst>
          </p:cNvPr>
          <p:cNvSpPr txBox="1"/>
          <p:nvPr/>
        </p:nvSpPr>
        <p:spPr>
          <a:xfrm>
            <a:off x="461608" y="4364424"/>
            <a:ext cx="19698365" cy="830997"/>
          </a:xfrm>
          <a:prstGeom prst="rect">
            <a:avLst/>
          </a:prstGeom>
          <a:noFill/>
        </p:spPr>
        <p:txBody>
          <a:bodyPr wrap="square" rtlCol="0">
            <a:spAutoFit/>
          </a:bodyPr>
          <a:lstStyle/>
          <a:p>
            <a:r>
              <a:rPr lang="en-GB" sz="4800" b="1" dirty="0">
                <a:solidFill>
                  <a:srgbClr val="003D3C"/>
                </a:solidFill>
              </a:rPr>
              <a:t>Background</a:t>
            </a:r>
          </a:p>
        </p:txBody>
      </p:sp>
      <p:sp>
        <p:nvSpPr>
          <p:cNvPr id="10" name="TextBox 9">
            <a:extLst>
              <a:ext uri="{FF2B5EF4-FFF2-40B4-BE49-F238E27FC236}">
                <a16:creationId xmlns:a16="http://schemas.microsoft.com/office/drawing/2014/main" id="{1BD15A5F-7810-E7D5-7204-5CAE6A22316A}"/>
              </a:ext>
            </a:extLst>
          </p:cNvPr>
          <p:cNvSpPr txBox="1"/>
          <p:nvPr/>
        </p:nvSpPr>
        <p:spPr>
          <a:xfrm>
            <a:off x="461608" y="5030716"/>
            <a:ext cx="16644570" cy="1526187"/>
          </a:xfrm>
          <a:prstGeom prst="rect">
            <a:avLst/>
          </a:prstGeom>
          <a:noFill/>
        </p:spPr>
        <p:txBody>
          <a:bodyPr wrap="square" rtlCol="0">
            <a:spAutoFit/>
          </a:bodyPr>
          <a:lstStyle/>
          <a:p>
            <a:r>
              <a:rPr lang="en-GB" sz="3106" dirty="0"/>
              <a:t>This project involved developed a simulation to model police response times across Devon and Cornwall. By pairing this simulation with a genetic algorithm, we can find the most optimal location for each police car, in order to reduce response times.</a:t>
            </a:r>
          </a:p>
        </p:txBody>
      </p:sp>
      <p:sp>
        <p:nvSpPr>
          <p:cNvPr id="17" name="TextBox 16">
            <a:extLst>
              <a:ext uri="{FF2B5EF4-FFF2-40B4-BE49-F238E27FC236}">
                <a16:creationId xmlns:a16="http://schemas.microsoft.com/office/drawing/2014/main" id="{FD528A45-1DBC-3CC0-1B00-F8DC1F35274C}"/>
              </a:ext>
            </a:extLst>
          </p:cNvPr>
          <p:cNvSpPr txBox="1"/>
          <p:nvPr/>
        </p:nvSpPr>
        <p:spPr>
          <a:xfrm>
            <a:off x="16857833" y="10519891"/>
            <a:ext cx="3995095" cy="830997"/>
          </a:xfrm>
          <a:prstGeom prst="rect">
            <a:avLst/>
          </a:prstGeom>
          <a:noFill/>
        </p:spPr>
        <p:txBody>
          <a:bodyPr wrap="square" rtlCol="0">
            <a:spAutoFit/>
          </a:bodyPr>
          <a:lstStyle/>
          <a:p>
            <a:r>
              <a:rPr lang="en-GB" sz="2400" b="1" i="1" dirty="0"/>
              <a:t>Figure 1: </a:t>
            </a:r>
            <a:r>
              <a:rPr lang="en-GB" sz="2400" dirty="0"/>
              <a:t>Shows the result of processing an OSM map.</a:t>
            </a:r>
            <a:endParaRPr lang="en-GB" sz="2400" b="1" i="1" dirty="0"/>
          </a:p>
        </p:txBody>
      </p:sp>
      <p:sp>
        <p:nvSpPr>
          <p:cNvPr id="20" name="TextBox 19">
            <a:extLst>
              <a:ext uri="{FF2B5EF4-FFF2-40B4-BE49-F238E27FC236}">
                <a16:creationId xmlns:a16="http://schemas.microsoft.com/office/drawing/2014/main" id="{3106A7D8-3120-CFBD-2314-533DD7F9ECD8}"/>
              </a:ext>
            </a:extLst>
          </p:cNvPr>
          <p:cNvSpPr txBox="1"/>
          <p:nvPr/>
        </p:nvSpPr>
        <p:spPr>
          <a:xfrm>
            <a:off x="2442633" y="18952902"/>
            <a:ext cx="9698970" cy="461665"/>
          </a:xfrm>
          <a:prstGeom prst="rect">
            <a:avLst/>
          </a:prstGeom>
          <a:noFill/>
        </p:spPr>
        <p:txBody>
          <a:bodyPr wrap="square" rtlCol="0">
            <a:spAutoFit/>
          </a:bodyPr>
          <a:lstStyle/>
          <a:p>
            <a:r>
              <a:rPr lang="en-GB" sz="2400" b="1" i="1" dirty="0"/>
              <a:t>Figure 2: </a:t>
            </a:r>
            <a:r>
              <a:rPr lang="en-GB" sz="2400" dirty="0"/>
              <a:t>A flowchart of the simulation process.</a:t>
            </a:r>
            <a:endParaRPr lang="en-GB" sz="2400" b="1" i="1" dirty="0"/>
          </a:p>
        </p:txBody>
      </p:sp>
      <p:sp>
        <p:nvSpPr>
          <p:cNvPr id="21" name="TextBox 20">
            <a:extLst>
              <a:ext uri="{FF2B5EF4-FFF2-40B4-BE49-F238E27FC236}">
                <a16:creationId xmlns:a16="http://schemas.microsoft.com/office/drawing/2014/main" id="{5523A8F0-C8D0-EA4A-5760-D829F82FF474}"/>
              </a:ext>
            </a:extLst>
          </p:cNvPr>
          <p:cNvSpPr txBox="1"/>
          <p:nvPr/>
        </p:nvSpPr>
        <p:spPr>
          <a:xfrm>
            <a:off x="560385" y="28729385"/>
            <a:ext cx="6046023" cy="830997"/>
          </a:xfrm>
          <a:prstGeom prst="rect">
            <a:avLst/>
          </a:prstGeom>
          <a:noFill/>
        </p:spPr>
        <p:txBody>
          <a:bodyPr wrap="square" rtlCol="0">
            <a:spAutoFit/>
          </a:bodyPr>
          <a:lstStyle/>
          <a:p>
            <a:r>
              <a:rPr lang="en-GB" sz="2400" b="1" i="1" dirty="0"/>
              <a:t>Figure 3:  </a:t>
            </a:r>
            <a:r>
              <a:rPr lang="en-GB" sz="2400" dirty="0"/>
              <a:t>The fitness progression of the best overall solution from 10 independent GA runs.</a:t>
            </a:r>
            <a:endParaRPr lang="en-GB" sz="2400" b="1" i="1" dirty="0"/>
          </a:p>
        </p:txBody>
      </p:sp>
      <p:sp>
        <p:nvSpPr>
          <p:cNvPr id="22" name="TextBox 21">
            <a:extLst>
              <a:ext uri="{FF2B5EF4-FFF2-40B4-BE49-F238E27FC236}">
                <a16:creationId xmlns:a16="http://schemas.microsoft.com/office/drawing/2014/main" id="{EF722BF4-B5D7-3CD0-A8A6-DDD3215FAE09}"/>
              </a:ext>
            </a:extLst>
          </p:cNvPr>
          <p:cNvSpPr txBox="1"/>
          <p:nvPr/>
        </p:nvSpPr>
        <p:spPr>
          <a:xfrm>
            <a:off x="12057290" y="28966519"/>
            <a:ext cx="8836754" cy="830997"/>
          </a:xfrm>
          <a:prstGeom prst="rect">
            <a:avLst/>
          </a:prstGeom>
          <a:noFill/>
        </p:spPr>
        <p:txBody>
          <a:bodyPr wrap="square" rtlCol="0">
            <a:spAutoFit/>
          </a:bodyPr>
          <a:lstStyle/>
          <a:p>
            <a:r>
              <a:rPr lang="en-GB" sz="2400" b="1" i="1" dirty="0"/>
              <a:t>Figure 4: </a:t>
            </a:r>
            <a:r>
              <a:rPr lang="en-GB" sz="2400" dirty="0"/>
              <a:t>A subset of results. The size of each blue circle corresponds to the average number of police vehicles assigned to that station.</a:t>
            </a:r>
            <a:endParaRPr lang="en-GB" sz="2400" b="1" i="1" dirty="0"/>
          </a:p>
        </p:txBody>
      </p:sp>
    </p:spTree>
    <p:extLst>
      <p:ext uri="{BB962C8B-B14F-4D97-AF65-F5344CB8AC3E}">
        <p14:creationId xmlns:p14="http://schemas.microsoft.com/office/powerpoint/2010/main" val="2724361710"/>
      </p:ext>
    </p:extLst>
  </p:cSld>
  <p:clrMapOvr>
    <a:masterClrMapping/>
  </p:clrMapOvr>
</p:sld>
</file>

<file path=ppt/theme/theme1.xml><?xml version="1.0" encoding="utf-8"?>
<a:theme xmlns:a="http://schemas.openxmlformats.org/drawingml/2006/main" name="A1 landscape_logo top left">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 poster_portrait" id="{D9AEC54B-322E-984B-A1FF-1991049AC4F1}" vid="{A378E7F8-9892-6B44-AD82-0B7064BE5DB5}"/>
    </a:ext>
  </a:extLst>
</a:theme>
</file>

<file path=ppt/theme/theme2.xml><?xml version="1.0" encoding="utf-8"?>
<a:theme xmlns:a="http://schemas.openxmlformats.org/drawingml/2006/main" name="A1 landscape_logo top right">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 poster_portrait" id="{D9AEC54B-322E-984B-A1FF-1991049AC4F1}" vid="{E042F0EF-FF65-7A40-983B-07A780C7C625}"/>
    </a:ext>
  </a:extLst>
</a:theme>
</file>

<file path=ppt/theme/theme3.xml><?xml version="1.0" encoding="utf-8"?>
<a:theme xmlns:a="http://schemas.openxmlformats.org/drawingml/2006/main" name="A1 landscape_logo bottom left">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 poster_portrait" id="{D9AEC54B-322E-984B-A1FF-1991049AC4F1}" vid="{902B467E-FE0A-BB4A-BAFD-537BC1E8A8D4}"/>
    </a:ext>
  </a:extLst>
</a:theme>
</file>

<file path=ppt/theme/theme4.xml><?xml version="1.0" encoding="utf-8"?>
<a:theme xmlns:a="http://schemas.openxmlformats.org/drawingml/2006/main" name="A1 landscape_logo bottom right">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 poster_portrait" id="{D9AEC54B-322E-984B-A1FF-1991049AC4F1}" vid="{01771BB3-83C2-E44D-9146-B866B8EC6D7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54952A59B94A441B167AEEBBEC60D92" ma:contentTypeVersion="18" ma:contentTypeDescription="Create a new document." ma:contentTypeScope="" ma:versionID="d2bf940075f78e377874bfc405408006">
  <xsd:schema xmlns:xsd="http://www.w3.org/2001/XMLSchema" xmlns:xs="http://www.w3.org/2001/XMLSchema" xmlns:p="http://schemas.microsoft.com/office/2006/metadata/properties" xmlns:ns2="6891a5b8-d17a-4ec5-824b-b4a51c4a1738" xmlns:ns3="5c02da51-e8f4-493a-af2f-4fa0f5b4441a" targetNamespace="http://schemas.microsoft.com/office/2006/metadata/properties" ma:root="true" ma:fieldsID="5acd9732a62f86abc49c9e0020983738" ns2:_="" ns3:_="">
    <xsd:import namespace="6891a5b8-d17a-4ec5-824b-b4a51c4a1738"/>
    <xsd:import namespace="5c02da51-e8f4-493a-af2f-4fa0f5b4441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91a5b8-d17a-4ec5-824b-b4a51c4a17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103e67f-0598-4a90-8a4a-cec34b03bfa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c02da51-e8f4-493a-af2f-4fa0f5b4441a"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9b75681-a88b-43ba-b0ed-1cd11787bd8c}" ma:internalName="TaxCatchAll" ma:showField="CatchAllData" ma:web="5c02da51-e8f4-493a-af2f-4fa0f5b444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c02da51-e8f4-493a-af2f-4fa0f5b4441a" xsi:nil="true"/>
    <lcf76f155ced4ddcb4097134ff3c332f xmlns="6891a5b8-d17a-4ec5-824b-b4a51c4a173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1ECE3C1-57C9-4FBB-B47F-A8FDA4EE143E}">
  <ds:schemaRefs>
    <ds:schemaRef ds:uri="http://schemas.microsoft.com/sharepoint/v3/contenttype/forms"/>
  </ds:schemaRefs>
</ds:datastoreItem>
</file>

<file path=customXml/itemProps2.xml><?xml version="1.0" encoding="utf-8"?>
<ds:datastoreItem xmlns:ds="http://schemas.openxmlformats.org/officeDocument/2006/customXml" ds:itemID="{93E75EEF-8B85-4D53-8FC3-36A4FCEBFC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91a5b8-d17a-4ec5-824b-b4a51c4a1738"/>
    <ds:schemaRef ds:uri="5c02da51-e8f4-493a-af2f-4fa0f5b444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30640B-DBAC-4AED-88E1-27B2462A25F4}">
  <ds:schemaRefs>
    <ds:schemaRef ds:uri="http://purl.org/dc/dcmitype/"/>
    <ds:schemaRef ds:uri="6891a5b8-d17a-4ec5-824b-b4a51c4a1738"/>
    <ds:schemaRef ds:uri="5c02da51-e8f4-493a-af2f-4fa0f5b4441a"/>
    <ds:schemaRef ds:uri="http://purl.org/dc/terms/"/>
    <ds:schemaRef ds:uri="http://www.w3.org/XML/1998/namespace"/>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s>
</ds:datastoreItem>
</file>

<file path=docMetadata/LabelInfo.xml><?xml version="1.0" encoding="utf-8"?>
<clbl:labelList xmlns:clbl="http://schemas.microsoft.com/office/2020/mipLabelMetadata">
  <clbl:label id="{912a5d77-fb98-4eee-af32-1334d8f04a53}" enabled="0" method="" siteId="{912a5d77-fb98-4eee-af32-1334d8f04a53}" removed="1"/>
</clbl:labelList>
</file>

<file path=docProps/app.xml><?xml version="1.0" encoding="utf-8"?>
<Properties xmlns="http://schemas.openxmlformats.org/officeDocument/2006/extended-properties" xmlns:vt="http://schemas.openxmlformats.org/officeDocument/2006/docPropsVTypes">
  <Template/>
  <TotalTime>1376</TotalTime>
  <Words>594</Words>
  <Application>Microsoft Office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vt:i4>
      </vt:variant>
    </vt:vector>
  </HeadingPairs>
  <TitlesOfParts>
    <vt:vector size="8" baseType="lpstr">
      <vt:lpstr>Aptos</vt:lpstr>
      <vt:lpstr>Arial</vt:lpstr>
      <vt:lpstr>Outfit</vt:lpstr>
      <vt:lpstr>A1 landscape_logo top left</vt:lpstr>
      <vt:lpstr>A1 landscape_logo top right</vt:lpstr>
      <vt:lpstr>A1 landscape_logo bottom left</vt:lpstr>
      <vt:lpstr>A1 landscape_logo bottom right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Coles, Andy</dc:creator>
  <cp:lastModifiedBy>Matt T</cp:lastModifiedBy>
  <cp:revision>20</cp:revision>
  <dcterms:created xsi:type="dcterms:W3CDTF">2022-09-28T15:39:32Z</dcterms:created>
  <dcterms:modified xsi:type="dcterms:W3CDTF">2025-03-25T14:45:46Z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0x010100154952A59B94A441B167AEEBBEC60D92</vt:lpwstr>
  </property>
  <property fmtid="{D5CDD505-2E9C-101B-9397-08002B2CF9AE}" pid="3" name="MediaServiceImageTags">
    <vt:lpwstr/>
  </property>
</Properties>
</file>